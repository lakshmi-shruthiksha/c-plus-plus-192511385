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12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78" r:id="rId6"/>
    <p:sldId id="261" r:id="rId7"/>
    <p:sldId id="279" r:id="rId8"/>
    <p:sldId id="271" r:id="rId9"/>
    <p:sldId id="281" r:id="rId10"/>
    <p:sldId id="262" r:id="rId11"/>
    <p:sldId id="282" r:id="rId12"/>
    <p:sldId id="268" r:id="rId13"/>
    <p:sldId id="283" r:id="rId14"/>
    <p:sldId id="284" r:id="rId15"/>
    <p:sldId id="267" r:id="rId16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606" autoAdjust="0"/>
  </p:normalViewPr>
  <p:slideViewPr>
    <p:cSldViewPr snapToGrid="0">
      <p:cViewPr varScale="1">
        <p:scale>
          <a:sx n="58" d="100"/>
          <a:sy n="58" d="100"/>
        </p:scale>
        <p:origin x="648" y="5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22.png"/><Relationship Id="rId5" Type="http://schemas.openxmlformats.org/officeDocument/2006/relationships/image" Target="../media/image13.png"/><Relationship Id="rId10" Type="http://schemas.openxmlformats.org/officeDocument/2006/relationships/image" Target="../media/image21.svg"/><Relationship Id="rId4" Type="http://schemas.openxmlformats.org/officeDocument/2006/relationships/image" Target="../media/image12.svg"/><Relationship Id="rId9" Type="http://schemas.openxmlformats.org/officeDocument/2006/relationships/image" Target="../media/image2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22.png"/><Relationship Id="rId5" Type="http://schemas.openxmlformats.org/officeDocument/2006/relationships/image" Target="../media/image13.png"/><Relationship Id="rId10" Type="http://schemas.openxmlformats.org/officeDocument/2006/relationships/image" Target="../media/image21.svg"/><Relationship Id="rId4" Type="http://schemas.openxmlformats.org/officeDocument/2006/relationships/image" Target="../media/image12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217FB2-07D9-4E00-AA63-03AA14FFAA9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98F57A-53A0-48DE-A3BF-01B6E4CFDF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web-based interface can improve accessibility and user experience. </a:t>
          </a:r>
        </a:p>
      </dgm:t>
    </dgm:pt>
    <dgm:pt modelId="{6166B500-AFBA-4CB9-ACD3-FA61E5517A44}" type="parTrans" cxnId="{4155F36C-2345-4C00-BEAB-292559C6FCE9}">
      <dgm:prSet/>
      <dgm:spPr/>
      <dgm:t>
        <a:bodyPr/>
        <a:lstStyle/>
        <a:p>
          <a:endParaRPr lang="en-US"/>
        </a:p>
      </dgm:t>
    </dgm:pt>
    <dgm:pt modelId="{A9A9504F-368E-4A53-9E47-9A6895BC3A38}" type="sibTrans" cxnId="{4155F36C-2345-4C00-BEAB-292559C6FCE9}">
      <dgm:prSet/>
      <dgm:spPr/>
      <dgm:t>
        <a:bodyPr/>
        <a:lstStyle/>
        <a:p>
          <a:endParaRPr lang="en-US"/>
        </a:p>
      </dgm:t>
    </dgm:pt>
    <dgm:pt modelId="{418AA7A1-A5E1-4BD1-91DA-CBDA11045E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Cloud storage can provide secure and centralized report management. </a:t>
          </a:r>
        </a:p>
      </dgm:t>
    </dgm:pt>
    <dgm:pt modelId="{14214207-A33B-4DA7-B0EB-64321A76A26F}" type="parTrans" cxnId="{FC7601BA-A27D-4D11-BA90-DE5F546E421E}">
      <dgm:prSet/>
      <dgm:spPr/>
      <dgm:t>
        <a:bodyPr/>
        <a:lstStyle/>
        <a:p>
          <a:endParaRPr lang="en-US"/>
        </a:p>
      </dgm:t>
    </dgm:pt>
    <dgm:pt modelId="{31997283-0414-4119-8942-4FE6CB6F37FC}" type="sibTrans" cxnId="{FC7601BA-A27D-4D11-BA90-DE5F546E421E}">
      <dgm:prSet/>
      <dgm:spPr/>
      <dgm:t>
        <a:bodyPr/>
        <a:lstStyle/>
        <a:p>
          <a:endParaRPr lang="en-US"/>
        </a:p>
      </dgm:t>
    </dgm:pt>
    <dgm:pt modelId="{224E160F-8819-4774-A2A4-D3750B6006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Role-based login can enhance data privacy and security. </a:t>
          </a:r>
        </a:p>
      </dgm:t>
    </dgm:pt>
    <dgm:pt modelId="{8232DD3E-072D-482A-BE90-8DA16790FCA9}" type="parTrans" cxnId="{43EC398D-B434-43F4-9FEA-D11ECFB9FD3E}">
      <dgm:prSet/>
      <dgm:spPr/>
      <dgm:t>
        <a:bodyPr/>
        <a:lstStyle/>
        <a:p>
          <a:endParaRPr lang="en-US"/>
        </a:p>
      </dgm:t>
    </dgm:pt>
    <dgm:pt modelId="{C5ABDF8F-F989-45F9-BFC3-74BBF08579C3}" type="sibTrans" cxnId="{43EC398D-B434-43F4-9FEA-D11ECFB9FD3E}">
      <dgm:prSet/>
      <dgm:spPr/>
      <dgm:t>
        <a:bodyPr/>
        <a:lstStyle/>
        <a:p>
          <a:endParaRPr lang="en-US"/>
        </a:p>
      </dgm:t>
    </dgm:pt>
    <dgm:pt modelId="{111777E5-47A6-4064-9FBA-9B2300DA4F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Database integration can support large-scale record management. </a:t>
          </a:r>
        </a:p>
      </dgm:t>
    </dgm:pt>
    <dgm:pt modelId="{C4FB86C0-F384-4FB1-845E-49739B7C0EB8}" type="parTrans" cxnId="{86F25037-0B99-45B7-A1A5-1370585D34FB}">
      <dgm:prSet/>
      <dgm:spPr/>
      <dgm:t>
        <a:bodyPr/>
        <a:lstStyle/>
        <a:p>
          <a:endParaRPr lang="en-US"/>
        </a:p>
      </dgm:t>
    </dgm:pt>
    <dgm:pt modelId="{5745EC60-1F0C-4E40-8E9E-8A1C06CDBABD}" type="sibTrans" cxnId="{86F25037-0B99-45B7-A1A5-1370585D34FB}">
      <dgm:prSet/>
      <dgm:spPr/>
      <dgm:t>
        <a:bodyPr/>
        <a:lstStyle/>
        <a:p>
          <a:endParaRPr lang="en-US"/>
        </a:p>
      </dgm:t>
    </dgm:pt>
    <dgm:pt modelId="{434C6FB8-1E63-46BF-937B-AEB5E809D9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QR code verification can simplify report authentication. </a:t>
          </a:r>
        </a:p>
      </dgm:t>
    </dgm:pt>
    <dgm:pt modelId="{41D68951-CB1B-46E5-83B5-411FC3FEC601}" type="parTrans" cxnId="{9FDAC8CB-B65A-4E76-AB32-F96D7671BF49}">
      <dgm:prSet/>
      <dgm:spPr/>
      <dgm:t>
        <a:bodyPr/>
        <a:lstStyle/>
        <a:p>
          <a:endParaRPr lang="en-US"/>
        </a:p>
      </dgm:t>
    </dgm:pt>
    <dgm:pt modelId="{5251E784-9EF2-46CD-BA9B-D39042551E46}" type="sibTrans" cxnId="{9FDAC8CB-B65A-4E76-AB32-F96D7671BF49}">
      <dgm:prSet/>
      <dgm:spPr/>
      <dgm:t>
        <a:bodyPr/>
        <a:lstStyle/>
        <a:p>
          <a:endParaRPr lang="en-US"/>
        </a:p>
      </dgm:t>
    </dgm:pt>
    <dgm:pt modelId="{D61E9AB5-A5B2-4BFB-8790-3AC1290A39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Analytics dashboards can assist in monitoring laboratory performance. </a:t>
          </a:r>
        </a:p>
      </dgm:t>
    </dgm:pt>
    <dgm:pt modelId="{9C9E46F7-8BEC-4B3B-8F99-08CB0CEF457B}" type="parTrans" cxnId="{7C4B0522-C0BB-45CD-A4EE-21383F84DD2D}">
      <dgm:prSet/>
      <dgm:spPr/>
      <dgm:t>
        <a:bodyPr/>
        <a:lstStyle/>
        <a:p>
          <a:endParaRPr lang="en-US"/>
        </a:p>
      </dgm:t>
    </dgm:pt>
    <dgm:pt modelId="{C2E7ABFF-8626-4648-9D2E-EFA171FB9B9B}" type="sibTrans" cxnId="{7C4B0522-C0BB-45CD-A4EE-21383F84DD2D}">
      <dgm:prSet/>
      <dgm:spPr/>
      <dgm:t>
        <a:bodyPr/>
        <a:lstStyle/>
        <a:p>
          <a:endParaRPr lang="en-US"/>
        </a:p>
      </dgm:t>
    </dgm:pt>
    <dgm:pt modelId="{71BC5EC8-069E-4F10-AE3B-24BEEB7CCCA3}" type="pres">
      <dgm:prSet presAssocID="{49217FB2-07D9-4E00-AA63-03AA14FFAA90}" presName="root" presStyleCnt="0">
        <dgm:presLayoutVars>
          <dgm:dir/>
          <dgm:resizeHandles val="exact"/>
        </dgm:presLayoutVars>
      </dgm:prSet>
      <dgm:spPr/>
    </dgm:pt>
    <dgm:pt modelId="{B1593F5E-835A-4CFA-88D0-96E4CBD3A448}" type="pres">
      <dgm:prSet presAssocID="{8798F57A-53A0-48DE-A3BF-01B6E4CFDF18}" presName="compNode" presStyleCnt="0"/>
      <dgm:spPr/>
    </dgm:pt>
    <dgm:pt modelId="{F1465F5C-9EB8-40F5-A28E-01E8124530CB}" type="pres">
      <dgm:prSet presAssocID="{8798F57A-53A0-48DE-A3BF-01B6E4CFDF18}" presName="bgRect" presStyleLbl="bgShp" presStyleIdx="0" presStyleCnt="6"/>
      <dgm:spPr/>
    </dgm:pt>
    <dgm:pt modelId="{4971B314-F4A9-4EBC-AF89-3FE87FE4F287}" type="pres">
      <dgm:prSet presAssocID="{8798F57A-53A0-48DE-A3BF-01B6E4CFDF1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F7B245B-503C-459F-8784-9D602E2CE188}" type="pres">
      <dgm:prSet presAssocID="{8798F57A-53A0-48DE-A3BF-01B6E4CFDF18}" presName="spaceRect" presStyleCnt="0"/>
      <dgm:spPr/>
    </dgm:pt>
    <dgm:pt modelId="{0845FAC6-FAE2-4264-B39D-B84331D029CA}" type="pres">
      <dgm:prSet presAssocID="{8798F57A-53A0-48DE-A3BF-01B6E4CFDF18}" presName="parTx" presStyleLbl="revTx" presStyleIdx="0" presStyleCnt="6">
        <dgm:presLayoutVars>
          <dgm:chMax val="0"/>
          <dgm:chPref val="0"/>
        </dgm:presLayoutVars>
      </dgm:prSet>
      <dgm:spPr/>
    </dgm:pt>
    <dgm:pt modelId="{4CF23CA7-B9CE-44A2-9145-52DF1ADC5D42}" type="pres">
      <dgm:prSet presAssocID="{A9A9504F-368E-4A53-9E47-9A6895BC3A38}" presName="sibTrans" presStyleCnt="0"/>
      <dgm:spPr/>
    </dgm:pt>
    <dgm:pt modelId="{F801502A-3545-4ED3-95F6-C55BDEEA788E}" type="pres">
      <dgm:prSet presAssocID="{418AA7A1-A5E1-4BD1-91DA-CBDA11045E4F}" presName="compNode" presStyleCnt="0"/>
      <dgm:spPr/>
    </dgm:pt>
    <dgm:pt modelId="{B6C8A3FF-D85D-4022-8C9D-B391B92956B4}" type="pres">
      <dgm:prSet presAssocID="{418AA7A1-A5E1-4BD1-91DA-CBDA11045E4F}" presName="bgRect" presStyleLbl="bgShp" presStyleIdx="1" presStyleCnt="6"/>
      <dgm:spPr/>
    </dgm:pt>
    <dgm:pt modelId="{7BAE75F9-D811-4F6A-982D-801729AB61D9}" type="pres">
      <dgm:prSet presAssocID="{418AA7A1-A5E1-4BD1-91DA-CBDA11045E4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5A0DB5F-42AB-4718-A33A-E58EF073FDDE}" type="pres">
      <dgm:prSet presAssocID="{418AA7A1-A5E1-4BD1-91DA-CBDA11045E4F}" presName="spaceRect" presStyleCnt="0"/>
      <dgm:spPr/>
    </dgm:pt>
    <dgm:pt modelId="{8C6B2417-9CBB-4BCC-9992-DB0592607AC4}" type="pres">
      <dgm:prSet presAssocID="{418AA7A1-A5E1-4BD1-91DA-CBDA11045E4F}" presName="parTx" presStyleLbl="revTx" presStyleIdx="1" presStyleCnt="6">
        <dgm:presLayoutVars>
          <dgm:chMax val="0"/>
          <dgm:chPref val="0"/>
        </dgm:presLayoutVars>
      </dgm:prSet>
      <dgm:spPr/>
    </dgm:pt>
    <dgm:pt modelId="{E203D6A8-8659-4653-97ED-456501BEE6AE}" type="pres">
      <dgm:prSet presAssocID="{31997283-0414-4119-8942-4FE6CB6F37FC}" presName="sibTrans" presStyleCnt="0"/>
      <dgm:spPr/>
    </dgm:pt>
    <dgm:pt modelId="{D4B33E9C-6B2A-4623-8179-29925CC769C6}" type="pres">
      <dgm:prSet presAssocID="{224E160F-8819-4774-A2A4-D3750B6006AC}" presName="compNode" presStyleCnt="0"/>
      <dgm:spPr/>
    </dgm:pt>
    <dgm:pt modelId="{3028755E-98FB-4086-8245-316A01AD1246}" type="pres">
      <dgm:prSet presAssocID="{224E160F-8819-4774-A2A4-D3750B6006AC}" presName="bgRect" presStyleLbl="bgShp" presStyleIdx="2" presStyleCnt="6"/>
      <dgm:spPr/>
    </dgm:pt>
    <dgm:pt modelId="{B0D77C52-5F45-4A3D-9F77-2DF25099A80D}" type="pres">
      <dgm:prSet presAssocID="{224E160F-8819-4774-A2A4-D3750B6006A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80E5CB9B-9310-46B8-81DA-727BEA0F655E}" type="pres">
      <dgm:prSet presAssocID="{224E160F-8819-4774-A2A4-D3750B6006AC}" presName="spaceRect" presStyleCnt="0"/>
      <dgm:spPr/>
    </dgm:pt>
    <dgm:pt modelId="{4CEC91AC-4381-4D3B-8EB8-F59DFD94D97A}" type="pres">
      <dgm:prSet presAssocID="{224E160F-8819-4774-A2A4-D3750B6006AC}" presName="parTx" presStyleLbl="revTx" presStyleIdx="2" presStyleCnt="6">
        <dgm:presLayoutVars>
          <dgm:chMax val="0"/>
          <dgm:chPref val="0"/>
        </dgm:presLayoutVars>
      </dgm:prSet>
      <dgm:spPr/>
    </dgm:pt>
    <dgm:pt modelId="{94E6B5D5-927C-4D13-9C0B-888C3C2693DE}" type="pres">
      <dgm:prSet presAssocID="{C5ABDF8F-F989-45F9-BFC3-74BBF08579C3}" presName="sibTrans" presStyleCnt="0"/>
      <dgm:spPr/>
    </dgm:pt>
    <dgm:pt modelId="{AD25662C-B0CD-4BFA-9496-AC8BC64C1CBD}" type="pres">
      <dgm:prSet presAssocID="{111777E5-47A6-4064-9FBA-9B2300DA4F10}" presName="compNode" presStyleCnt="0"/>
      <dgm:spPr/>
    </dgm:pt>
    <dgm:pt modelId="{B7E28455-5D15-45C7-988B-849FD3E41686}" type="pres">
      <dgm:prSet presAssocID="{111777E5-47A6-4064-9FBA-9B2300DA4F10}" presName="bgRect" presStyleLbl="bgShp" presStyleIdx="3" presStyleCnt="6"/>
      <dgm:spPr/>
    </dgm:pt>
    <dgm:pt modelId="{B702654B-97B0-4DB0-8B34-26BE5A03670B}" type="pres">
      <dgm:prSet presAssocID="{111777E5-47A6-4064-9FBA-9B2300DA4F1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335FBF7-4447-40F8-B493-8F3EA0B25709}" type="pres">
      <dgm:prSet presAssocID="{111777E5-47A6-4064-9FBA-9B2300DA4F10}" presName="spaceRect" presStyleCnt="0"/>
      <dgm:spPr/>
    </dgm:pt>
    <dgm:pt modelId="{7E761280-C794-4305-8D35-45D6DF2631EE}" type="pres">
      <dgm:prSet presAssocID="{111777E5-47A6-4064-9FBA-9B2300DA4F10}" presName="parTx" presStyleLbl="revTx" presStyleIdx="3" presStyleCnt="6">
        <dgm:presLayoutVars>
          <dgm:chMax val="0"/>
          <dgm:chPref val="0"/>
        </dgm:presLayoutVars>
      </dgm:prSet>
      <dgm:spPr/>
    </dgm:pt>
    <dgm:pt modelId="{0026202E-F045-4763-9D2D-1DE60F9B68B2}" type="pres">
      <dgm:prSet presAssocID="{5745EC60-1F0C-4E40-8E9E-8A1C06CDBABD}" presName="sibTrans" presStyleCnt="0"/>
      <dgm:spPr/>
    </dgm:pt>
    <dgm:pt modelId="{2D55BF1A-145A-458A-BD3C-31E5E4C1439F}" type="pres">
      <dgm:prSet presAssocID="{434C6FB8-1E63-46BF-937B-AEB5E809D9E7}" presName="compNode" presStyleCnt="0"/>
      <dgm:spPr/>
    </dgm:pt>
    <dgm:pt modelId="{77446317-64AA-42A0-B957-CF0D8C635091}" type="pres">
      <dgm:prSet presAssocID="{434C6FB8-1E63-46BF-937B-AEB5E809D9E7}" presName="bgRect" presStyleLbl="bgShp" presStyleIdx="4" presStyleCnt="6"/>
      <dgm:spPr/>
    </dgm:pt>
    <dgm:pt modelId="{3B210C75-859A-401C-9473-FC15AD9D81B7}" type="pres">
      <dgm:prSet presAssocID="{434C6FB8-1E63-46BF-937B-AEB5E809D9E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2EA0CA6D-AEA6-400F-8425-40675128E979}" type="pres">
      <dgm:prSet presAssocID="{434C6FB8-1E63-46BF-937B-AEB5E809D9E7}" presName="spaceRect" presStyleCnt="0"/>
      <dgm:spPr/>
    </dgm:pt>
    <dgm:pt modelId="{71175F08-0DA3-4800-A01B-DD86517E77D8}" type="pres">
      <dgm:prSet presAssocID="{434C6FB8-1E63-46BF-937B-AEB5E809D9E7}" presName="parTx" presStyleLbl="revTx" presStyleIdx="4" presStyleCnt="6">
        <dgm:presLayoutVars>
          <dgm:chMax val="0"/>
          <dgm:chPref val="0"/>
        </dgm:presLayoutVars>
      </dgm:prSet>
      <dgm:spPr/>
    </dgm:pt>
    <dgm:pt modelId="{8F470774-55EA-42CA-822F-D60A66154678}" type="pres">
      <dgm:prSet presAssocID="{5251E784-9EF2-46CD-BA9B-D39042551E46}" presName="sibTrans" presStyleCnt="0"/>
      <dgm:spPr/>
    </dgm:pt>
    <dgm:pt modelId="{CDF437D5-F09E-432E-8D01-8922B9A413DF}" type="pres">
      <dgm:prSet presAssocID="{D61E9AB5-A5B2-4BFB-8790-3AC1290A39CD}" presName="compNode" presStyleCnt="0"/>
      <dgm:spPr/>
    </dgm:pt>
    <dgm:pt modelId="{EBBAA8F2-82FA-4C19-9DC8-765DEC9D85E8}" type="pres">
      <dgm:prSet presAssocID="{D61E9AB5-A5B2-4BFB-8790-3AC1290A39CD}" presName="bgRect" presStyleLbl="bgShp" presStyleIdx="5" presStyleCnt="6"/>
      <dgm:spPr/>
    </dgm:pt>
    <dgm:pt modelId="{974ED4D6-80BB-459B-9271-DA3A2311AB8A}" type="pres">
      <dgm:prSet presAssocID="{D61E9AB5-A5B2-4BFB-8790-3AC1290A39C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6609B58-FA99-450D-9A56-41049054AF4F}" type="pres">
      <dgm:prSet presAssocID="{D61E9AB5-A5B2-4BFB-8790-3AC1290A39CD}" presName="spaceRect" presStyleCnt="0"/>
      <dgm:spPr/>
    </dgm:pt>
    <dgm:pt modelId="{9E15C5A2-AD1D-434F-AD66-48EBA8A5CADB}" type="pres">
      <dgm:prSet presAssocID="{D61E9AB5-A5B2-4BFB-8790-3AC1290A39CD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693BA03-48E4-479D-AC52-4F5DD9BA4374}" type="presOf" srcId="{434C6FB8-1E63-46BF-937B-AEB5E809D9E7}" destId="{71175F08-0DA3-4800-A01B-DD86517E77D8}" srcOrd="0" destOrd="0" presId="urn:microsoft.com/office/officeart/2018/2/layout/IconVerticalSolidList"/>
    <dgm:cxn modelId="{2BB53112-FA0C-4622-9A21-7ECEB3AD909E}" type="presOf" srcId="{111777E5-47A6-4064-9FBA-9B2300DA4F10}" destId="{7E761280-C794-4305-8D35-45D6DF2631EE}" srcOrd="0" destOrd="0" presId="urn:microsoft.com/office/officeart/2018/2/layout/IconVerticalSolidList"/>
    <dgm:cxn modelId="{7C4B0522-C0BB-45CD-A4EE-21383F84DD2D}" srcId="{49217FB2-07D9-4E00-AA63-03AA14FFAA90}" destId="{D61E9AB5-A5B2-4BFB-8790-3AC1290A39CD}" srcOrd="5" destOrd="0" parTransId="{9C9E46F7-8BEC-4B3B-8F99-08CB0CEF457B}" sibTransId="{C2E7ABFF-8626-4648-9D2E-EFA171FB9B9B}"/>
    <dgm:cxn modelId="{AE53202D-9398-4AA1-B631-4258E6976776}" type="presOf" srcId="{224E160F-8819-4774-A2A4-D3750B6006AC}" destId="{4CEC91AC-4381-4D3B-8EB8-F59DFD94D97A}" srcOrd="0" destOrd="0" presId="urn:microsoft.com/office/officeart/2018/2/layout/IconVerticalSolidList"/>
    <dgm:cxn modelId="{86F25037-0B99-45B7-A1A5-1370585D34FB}" srcId="{49217FB2-07D9-4E00-AA63-03AA14FFAA90}" destId="{111777E5-47A6-4064-9FBA-9B2300DA4F10}" srcOrd="3" destOrd="0" parTransId="{C4FB86C0-F384-4FB1-845E-49739B7C0EB8}" sibTransId="{5745EC60-1F0C-4E40-8E9E-8A1C06CDBABD}"/>
    <dgm:cxn modelId="{6654986A-0A0F-417A-81F9-B81B59D3BAD0}" type="presOf" srcId="{8798F57A-53A0-48DE-A3BF-01B6E4CFDF18}" destId="{0845FAC6-FAE2-4264-B39D-B84331D029CA}" srcOrd="0" destOrd="0" presId="urn:microsoft.com/office/officeart/2018/2/layout/IconVerticalSolidList"/>
    <dgm:cxn modelId="{4155F36C-2345-4C00-BEAB-292559C6FCE9}" srcId="{49217FB2-07D9-4E00-AA63-03AA14FFAA90}" destId="{8798F57A-53A0-48DE-A3BF-01B6E4CFDF18}" srcOrd="0" destOrd="0" parTransId="{6166B500-AFBA-4CB9-ACD3-FA61E5517A44}" sibTransId="{A9A9504F-368E-4A53-9E47-9A6895BC3A38}"/>
    <dgm:cxn modelId="{43EC398D-B434-43F4-9FEA-D11ECFB9FD3E}" srcId="{49217FB2-07D9-4E00-AA63-03AA14FFAA90}" destId="{224E160F-8819-4774-A2A4-D3750B6006AC}" srcOrd="2" destOrd="0" parTransId="{8232DD3E-072D-482A-BE90-8DA16790FCA9}" sibTransId="{C5ABDF8F-F989-45F9-BFC3-74BBF08579C3}"/>
    <dgm:cxn modelId="{FC7601BA-A27D-4D11-BA90-DE5F546E421E}" srcId="{49217FB2-07D9-4E00-AA63-03AA14FFAA90}" destId="{418AA7A1-A5E1-4BD1-91DA-CBDA11045E4F}" srcOrd="1" destOrd="0" parTransId="{14214207-A33B-4DA7-B0EB-64321A76A26F}" sibTransId="{31997283-0414-4119-8942-4FE6CB6F37FC}"/>
    <dgm:cxn modelId="{4C459DC5-DA5F-49BF-8F92-B99CEFDEFABC}" type="presOf" srcId="{49217FB2-07D9-4E00-AA63-03AA14FFAA90}" destId="{71BC5EC8-069E-4F10-AE3B-24BEEB7CCCA3}" srcOrd="0" destOrd="0" presId="urn:microsoft.com/office/officeart/2018/2/layout/IconVerticalSolidList"/>
    <dgm:cxn modelId="{9FDAC8CB-B65A-4E76-AB32-F96D7671BF49}" srcId="{49217FB2-07D9-4E00-AA63-03AA14FFAA90}" destId="{434C6FB8-1E63-46BF-937B-AEB5E809D9E7}" srcOrd="4" destOrd="0" parTransId="{41D68951-CB1B-46E5-83B5-411FC3FEC601}" sibTransId="{5251E784-9EF2-46CD-BA9B-D39042551E46}"/>
    <dgm:cxn modelId="{055717DE-E36A-43D1-93DB-E69E435CA2D4}" type="presOf" srcId="{418AA7A1-A5E1-4BD1-91DA-CBDA11045E4F}" destId="{8C6B2417-9CBB-4BCC-9992-DB0592607AC4}" srcOrd="0" destOrd="0" presId="urn:microsoft.com/office/officeart/2018/2/layout/IconVerticalSolidList"/>
    <dgm:cxn modelId="{4E70ECE5-C515-474E-8948-01D7D4901E35}" type="presOf" srcId="{D61E9AB5-A5B2-4BFB-8790-3AC1290A39CD}" destId="{9E15C5A2-AD1D-434F-AD66-48EBA8A5CADB}" srcOrd="0" destOrd="0" presId="urn:microsoft.com/office/officeart/2018/2/layout/IconVerticalSolidList"/>
    <dgm:cxn modelId="{485ABFB8-8D24-4A91-8309-D3B944DE702C}" type="presParOf" srcId="{71BC5EC8-069E-4F10-AE3B-24BEEB7CCCA3}" destId="{B1593F5E-835A-4CFA-88D0-96E4CBD3A448}" srcOrd="0" destOrd="0" presId="urn:microsoft.com/office/officeart/2018/2/layout/IconVerticalSolidList"/>
    <dgm:cxn modelId="{87E925B2-E47B-4B8E-8C51-5C05B5FCE57C}" type="presParOf" srcId="{B1593F5E-835A-4CFA-88D0-96E4CBD3A448}" destId="{F1465F5C-9EB8-40F5-A28E-01E8124530CB}" srcOrd="0" destOrd="0" presId="urn:microsoft.com/office/officeart/2018/2/layout/IconVerticalSolidList"/>
    <dgm:cxn modelId="{0050C917-F685-4F76-9C4F-100E969F376B}" type="presParOf" srcId="{B1593F5E-835A-4CFA-88D0-96E4CBD3A448}" destId="{4971B314-F4A9-4EBC-AF89-3FE87FE4F287}" srcOrd="1" destOrd="0" presId="urn:microsoft.com/office/officeart/2018/2/layout/IconVerticalSolidList"/>
    <dgm:cxn modelId="{658CEF7A-9A04-4796-9164-451540719413}" type="presParOf" srcId="{B1593F5E-835A-4CFA-88D0-96E4CBD3A448}" destId="{FF7B245B-503C-459F-8784-9D602E2CE188}" srcOrd="2" destOrd="0" presId="urn:microsoft.com/office/officeart/2018/2/layout/IconVerticalSolidList"/>
    <dgm:cxn modelId="{9FD1552A-09F2-40EE-979A-AF5B7DCA0903}" type="presParOf" srcId="{B1593F5E-835A-4CFA-88D0-96E4CBD3A448}" destId="{0845FAC6-FAE2-4264-B39D-B84331D029CA}" srcOrd="3" destOrd="0" presId="urn:microsoft.com/office/officeart/2018/2/layout/IconVerticalSolidList"/>
    <dgm:cxn modelId="{D1FB8C84-2EE7-4A7B-B528-0E76A1515ABF}" type="presParOf" srcId="{71BC5EC8-069E-4F10-AE3B-24BEEB7CCCA3}" destId="{4CF23CA7-B9CE-44A2-9145-52DF1ADC5D42}" srcOrd="1" destOrd="0" presId="urn:microsoft.com/office/officeart/2018/2/layout/IconVerticalSolidList"/>
    <dgm:cxn modelId="{BC72C530-A7A2-4E90-AEB0-6DC0B5D80D66}" type="presParOf" srcId="{71BC5EC8-069E-4F10-AE3B-24BEEB7CCCA3}" destId="{F801502A-3545-4ED3-95F6-C55BDEEA788E}" srcOrd="2" destOrd="0" presId="urn:microsoft.com/office/officeart/2018/2/layout/IconVerticalSolidList"/>
    <dgm:cxn modelId="{DEADFEF2-BBEA-4ACF-8DAC-D9D122D21344}" type="presParOf" srcId="{F801502A-3545-4ED3-95F6-C55BDEEA788E}" destId="{B6C8A3FF-D85D-4022-8C9D-B391B92956B4}" srcOrd="0" destOrd="0" presId="urn:microsoft.com/office/officeart/2018/2/layout/IconVerticalSolidList"/>
    <dgm:cxn modelId="{7B62F1B1-D60F-4E2D-B91B-933532821B21}" type="presParOf" srcId="{F801502A-3545-4ED3-95F6-C55BDEEA788E}" destId="{7BAE75F9-D811-4F6A-982D-801729AB61D9}" srcOrd="1" destOrd="0" presId="urn:microsoft.com/office/officeart/2018/2/layout/IconVerticalSolidList"/>
    <dgm:cxn modelId="{A41C11EB-1DEC-45A4-BF9B-9D35C84625F3}" type="presParOf" srcId="{F801502A-3545-4ED3-95F6-C55BDEEA788E}" destId="{55A0DB5F-42AB-4718-A33A-E58EF073FDDE}" srcOrd="2" destOrd="0" presId="urn:microsoft.com/office/officeart/2018/2/layout/IconVerticalSolidList"/>
    <dgm:cxn modelId="{BDE3FB84-3B45-4F50-9099-562264624947}" type="presParOf" srcId="{F801502A-3545-4ED3-95F6-C55BDEEA788E}" destId="{8C6B2417-9CBB-4BCC-9992-DB0592607AC4}" srcOrd="3" destOrd="0" presId="urn:microsoft.com/office/officeart/2018/2/layout/IconVerticalSolidList"/>
    <dgm:cxn modelId="{06BFD25C-5C29-4EF0-A4DF-7D64A4CC3A3D}" type="presParOf" srcId="{71BC5EC8-069E-4F10-AE3B-24BEEB7CCCA3}" destId="{E203D6A8-8659-4653-97ED-456501BEE6AE}" srcOrd="3" destOrd="0" presId="urn:microsoft.com/office/officeart/2018/2/layout/IconVerticalSolidList"/>
    <dgm:cxn modelId="{A557DB1C-5A63-43EF-9959-1F205BF7BE39}" type="presParOf" srcId="{71BC5EC8-069E-4F10-AE3B-24BEEB7CCCA3}" destId="{D4B33E9C-6B2A-4623-8179-29925CC769C6}" srcOrd="4" destOrd="0" presId="urn:microsoft.com/office/officeart/2018/2/layout/IconVerticalSolidList"/>
    <dgm:cxn modelId="{8548E8DA-8A9D-48AF-8AFF-3A1C0C3E2A2C}" type="presParOf" srcId="{D4B33E9C-6B2A-4623-8179-29925CC769C6}" destId="{3028755E-98FB-4086-8245-316A01AD1246}" srcOrd="0" destOrd="0" presId="urn:microsoft.com/office/officeart/2018/2/layout/IconVerticalSolidList"/>
    <dgm:cxn modelId="{6E8EF580-AEAB-461B-A788-C18DCD147F9D}" type="presParOf" srcId="{D4B33E9C-6B2A-4623-8179-29925CC769C6}" destId="{B0D77C52-5F45-4A3D-9F77-2DF25099A80D}" srcOrd="1" destOrd="0" presId="urn:microsoft.com/office/officeart/2018/2/layout/IconVerticalSolidList"/>
    <dgm:cxn modelId="{1E2A0E1F-CA98-4845-AD89-E74E9F924535}" type="presParOf" srcId="{D4B33E9C-6B2A-4623-8179-29925CC769C6}" destId="{80E5CB9B-9310-46B8-81DA-727BEA0F655E}" srcOrd="2" destOrd="0" presId="urn:microsoft.com/office/officeart/2018/2/layout/IconVerticalSolidList"/>
    <dgm:cxn modelId="{01A93308-1BAD-4B4F-9905-53A0EE57EC48}" type="presParOf" srcId="{D4B33E9C-6B2A-4623-8179-29925CC769C6}" destId="{4CEC91AC-4381-4D3B-8EB8-F59DFD94D97A}" srcOrd="3" destOrd="0" presId="urn:microsoft.com/office/officeart/2018/2/layout/IconVerticalSolidList"/>
    <dgm:cxn modelId="{EE0F4145-E99D-49FC-AF63-3D5BA4616709}" type="presParOf" srcId="{71BC5EC8-069E-4F10-AE3B-24BEEB7CCCA3}" destId="{94E6B5D5-927C-4D13-9C0B-888C3C2693DE}" srcOrd="5" destOrd="0" presId="urn:microsoft.com/office/officeart/2018/2/layout/IconVerticalSolidList"/>
    <dgm:cxn modelId="{11174408-0A71-4572-9217-EA6ED3BB70E4}" type="presParOf" srcId="{71BC5EC8-069E-4F10-AE3B-24BEEB7CCCA3}" destId="{AD25662C-B0CD-4BFA-9496-AC8BC64C1CBD}" srcOrd="6" destOrd="0" presId="urn:microsoft.com/office/officeart/2018/2/layout/IconVerticalSolidList"/>
    <dgm:cxn modelId="{091FE113-6B1F-42DC-A724-6FF01178924A}" type="presParOf" srcId="{AD25662C-B0CD-4BFA-9496-AC8BC64C1CBD}" destId="{B7E28455-5D15-45C7-988B-849FD3E41686}" srcOrd="0" destOrd="0" presId="urn:microsoft.com/office/officeart/2018/2/layout/IconVerticalSolidList"/>
    <dgm:cxn modelId="{225903A9-C95C-4838-B2F5-E74AB72C26B0}" type="presParOf" srcId="{AD25662C-B0CD-4BFA-9496-AC8BC64C1CBD}" destId="{B702654B-97B0-4DB0-8B34-26BE5A03670B}" srcOrd="1" destOrd="0" presId="urn:microsoft.com/office/officeart/2018/2/layout/IconVerticalSolidList"/>
    <dgm:cxn modelId="{52C040AF-7C04-4AA5-9E8A-29843CAAEAAA}" type="presParOf" srcId="{AD25662C-B0CD-4BFA-9496-AC8BC64C1CBD}" destId="{C335FBF7-4447-40F8-B493-8F3EA0B25709}" srcOrd="2" destOrd="0" presId="urn:microsoft.com/office/officeart/2018/2/layout/IconVerticalSolidList"/>
    <dgm:cxn modelId="{15982DA9-4736-46F6-B1A5-3BC30E6F5C1A}" type="presParOf" srcId="{AD25662C-B0CD-4BFA-9496-AC8BC64C1CBD}" destId="{7E761280-C794-4305-8D35-45D6DF2631EE}" srcOrd="3" destOrd="0" presId="urn:microsoft.com/office/officeart/2018/2/layout/IconVerticalSolidList"/>
    <dgm:cxn modelId="{E529B9A6-6F84-4026-ACFE-C2ABF46F2519}" type="presParOf" srcId="{71BC5EC8-069E-4F10-AE3B-24BEEB7CCCA3}" destId="{0026202E-F045-4763-9D2D-1DE60F9B68B2}" srcOrd="7" destOrd="0" presId="urn:microsoft.com/office/officeart/2018/2/layout/IconVerticalSolidList"/>
    <dgm:cxn modelId="{5AEA62E6-584D-4B78-874E-872DB67D425C}" type="presParOf" srcId="{71BC5EC8-069E-4F10-AE3B-24BEEB7CCCA3}" destId="{2D55BF1A-145A-458A-BD3C-31E5E4C1439F}" srcOrd="8" destOrd="0" presId="urn:microsoft.com/office/officeart/2018/2/layout/IconVerticalSolidList"/>
    <dgm:cxn modelId="{3091DCEA-7E40-472B-B951-137EC8F2B023}" type="presParOf" srcId="{2D55BF1A-145A-458A-BD3C-31E5E4C1439F}" destId="{77446317-64AA-42A0-B957-CF0D8C635091}" srcOrd="0" destOrd="0" presId="urn:microsoft.com/office/officeart/2018/2/layout/IconVerticalSolidList"/>
    <dgm:cxn modelId="{4D74AA26-61BE-4BB4-8BB8-56CD04AFB6EA}" type="presParOf" srcId="{2D55BF1A-145A-458A-BD3C-31E5E4C1439F}" destId="{3B210C75-859A-401C-9473-FC15AD9D81B7}" srcOrd="1" destOrd="0" presId="urn:microsoft.com/office/officeart/2018/2/layout/IconVerticalSolidList"/>
    <dgm:cxn modelId="{2A0CF85E-4195-4C7A-9006-50222CB8A7D0}" type="presParOf" srcId="{2D55BF1A-145A-458A-BD3C-31E5E4C1439F}" destId="{2EA0CA6D-AEA6-400F-8425-40675128E979}" srcOrd="2" destOrd="0" presId="urn:microsoft.com/office/officeart/2018/2/layout/IconVerticalSolidList"/>
    <dgm:cxn modelId="{6D2660C0-677D-4EC8-AF5F-2FD8DC7D77B6}" type="presParOf" srcId="{2D55BF1A-145A-458A-BD3C-31E5E4C1439F}" destId="{71175F08-0DA3-4800-A01B-DD86517E77D8}" srcOrd="3" destOrd="0" presId="urn:microsoft.com/office/officeart/2018/2/layout/IconVerticalSolidList"/>
    <dgm:cxn modelId="{C22CB2FF-3F9E-4657-A305-FAF2D390968A}" type="presParOf" srcId="{71BC5EC8-069E-4F10-AE3B-24BEEB7CCCA3}" destId="{8F470774-55EA-42CA-822F-D60A66154678}" srcOrd="9" destOrd="0" presId="urn:microsoft.com/office/officeart/2018/2/layout/IconVerticalSolidList"/>
    <dgm:cxn modelId="{8181279B-BC76-4590-A28C-EA48602FC1C3}" type="presParOf" srcId="{71BC5EC8-069E-4F10-AE3B-24BEEB7CCCA3}" destId="{CDF437D5-F09E-432E-8D01-8922B9A413DF}" srcOrd="10" destOrd="0" presId="urn:microsoft.com/office/officeart/2018/2/layout/IconVerticalSolidList"/>
    <dgm:cxn modelId="{74ECF0D3-AFAD-4DF1-9A54-F4A5C642EDEB}" type="presParOf" srcId="{CDF437D5-F09E-432E-8D01-8922B9A413DF}" destId="{EBBAA8F2-82FA-4C19-9DC8-765DEC9D85E8}" srcOrd="0" destOrd="0" presId="urn:microsoft.com/office/officeart/2018/2/layout/IconVerticalSolidList"/>
    <dgm:cxn modelId="{31E46E9A-9565-4653-8412-541B79538998}" type="presParOf" srcId="{CDF437D5-F09E-432E-8D01-8922B9A413DF}" destId="{974ED4D6-80BB-459B-9271-DA3A2311AB8A}" srcOrd="1" destOrd="0" presId="urn:microsoft.com/office/officeart/2018/2/layout/IconVerticalSolidList"/>
    <dgm:cxn modelId="{CEAA048D-4429-4C60-B152-C4F8870CB375}" type="presParOf" srcId="{CDF437D5-F09E-432E-8D01-8922B9A413DF}" destId="{46609B58-FA99-450D-9A56-41049054AF4F}" srcOrd="2" destOrd="0" presId="urn:microsoft.com/office/officeart/2018/2/layout/IconVerticalSolidList"/>
    <dgm:cxn modelId="{BD198B55-44CB-4110-B029-B585F4E1CB4F}" type="presParOf" srcId="{CDF437D5-F09E-432E-8D01-8922B9A413DF}" destId="{9E15C5A2-AD1D-434F-AD66-48EBA8A5CA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465F5C-9EB8-40F5-A28E-01E8124530CB}">
      <dsp:nvSpPr>
        <dsp:cNvPr id="0" name=""/>
        <dsp:cNvSpPr/>
      </dsp:nvSpPr>
      <dsp:spPr>
        <a:xfrm>
          <a:off x="0" y="1224"/>
          <a:ext cx="8193723" cy="5218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71B314-F4A9-4EBC-AF89-3FE87FE4F287}">
      <dsp:nvSpPr>
        <dsp:cNvPr id="0" name=""/>
        <dsp:cNvSpPr/>
      </dsp:nvSpPr>
      <dsp:spPr>
        <a:xfrm>
          <a:off x="157850" y="118634"/>
          <a:ext cx="287001" cy="287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5FAC6-FAE2-4264-B39D-B84331D029CA}">
      <dsp:nvSpPr>
        <dsp:cNvPr id="0" name=""/>
        <dsp:cNvSpPr/>
      </dsp:nvSpPr>
      <dsp:spPr>
        <a:xfrm>
          <a:off x="602703" y="1224"/>
          <a:ext cx="7591019" cy="521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26" tIns="55226" rIns="55226" bIns="552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web-based interface can improve accessibility and user experience. </a:t>
          </a:r>
        </a:p>
      </dsp:txBody>
      <dsp:txXfrm>
        <a:off x="602703" y="1224"/>
        <a:ext cx="7591019" cy="521821"/>
      </dsp:txXfrm>
    </dsp:sp>
    <dsp:sp modelId="{B6C8A3FF-D85D-4022-8C9D-B391B92956B4}">
      <dsp:nvSpPr>
        <dsp:cNvPr id="0" name=""/>
        <dsp:cNvSpPr/>
      </dsp:nvSpPr>
      <dsp:spPr>
        <a:xfrm>
          <a:off x="0" y="653500"/>
          <a:ext cx="8193723" cy="5218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AE75F9-D811-4F6A-982D-801729AB61D9}">
      <dsp:nvSpPr>
        <dsp:cNvPr id="0" name=""/>
        <dsp:cNvSpPr/>
      </dsp:nvSpPr>
      <dsp:spPr>
        <a:xfrm>
          <a:off x="157850" y="770910"/>
          <a:ext cx="287001" cy="287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B2417-9CBB-4BCC-9992-DB0592607AC4}">
      <dsp:nvSpPr>
        <dsp:cNvPr id="0" name=""/>
        <dsp:cNvSpPr/>
      </dsp:nvSpPr>
      <dsp:spPr>
        <a:xfrm>
          <a:off x="602703" y="653500"/>
          <a:ext cx="7591019" cy="521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26" tIns="55226" rIns="55226" bIns="552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Cloud storage can provide secure and centralized report management. </a:t>
          </a:r>
        </a:p>
      </dsp:txBody>
      <dsp:txXfrm>
        <a:off x="602703" y="653500"/>
        <a:ext cx="7591019" cy="521821"/>
      </dsp:txXfrm>
    </dsp:sp>
    <dsp:sp modelId="{3028755E-98FB-4086-8245-316A01AD1246}">
      <dsp:nvSpPr>
        <dsp:cNvPr id="0" name=""/>
        <dsp:cNvSpPr/>
      </dsp:nvSpPr>
      <dsp:spPr>
        <a:xfrm>
          <a:off x="0" y="1305777"/>
          <a:ext cx="8193723" cy="5218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D77C52-5F45-4A3D-9F77-2DF25099A80D}">
      <dsp:nvSpPr>
        <dsp:cNvPr id="0" name=""/>
        <dsp:cNvSpPr/>
      </dsp:nvSpPr>
      <dsp:spPr>
        <a:xfrm>
          <a:off x="157850" y="1423187"/>
          <a:ext cx="287001" cy="287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C91AC-4381-4D3B-8EB8-F59DFD94D97A}">
      <dsp:nvSpPr>
        <dsp:cNvPr id="0" name=""/>
        <dsp:cNvSpPr/>
      </dsp:nvSpPr>
      <dsp:spPr>
        <a:xfrm>
          <a:off x="602703" y="1305777"/>
          <a:ext cx="7591019" cy="521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26" tIns="55226" rIns="55226" bIns="552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Role-based login can enhance data privacy and security. </a:t>
          </a:r>
        </a:p>
      </dsp:txBody>
      <dsp:txXfrm>
        <a:off x="602703" y="1305777"/>
        <a:ext cx="7591019" cy="521821"/>
      </dsp:txXfrm>
    </dsp:sp>
    <dsp:sp modelId="{B7E28455-5D15-45C7-988B-849FD3E41686}">
      <dsp:nvSpPr>
        <dsp:cNvPr id="0" name=""/>
        <dsp:cNvSpPr/>
      </dsp:nvSpPr>
      <dsp:spPr>
        <a:xfrm>
          <a:off x="0" y="1958053"/>
          <a:ext cx="8193723" cy="5218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2654B-97B0-4DB0-8B34-26BE5A03670B}">
      <dsp:nvSpPr>
        <dsp:cNvPr id="0" name=""/>
        <dsp:cNvSpPr/>
      </dsp:nvSpPr>
      <dsp:spPr>
        <a:xfrm>
          <a:off x="157850" y="2075463"/>
          <a:ext cx="287001" cy="28700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61280-C794-4305-8D35-45D6DF2631EE}">
      <dsp:nvSpPr>
        <dsp:cNvPr id="0" name=""/>
        <dsp:cNvSpPr/>
      </dsp:nvSpPr>
      <dsp:spPr>
        <a:xfrm>
          <a:off x="602703" y="1958053"/>
          <a:ext cx="7591019" cy="521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26" tIns="55226" rIns="55226" bIns="552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Database integration can support large-scale record management. </a:t>
          </a:r>
        </a:p>
      </dsp:txBody>
      <dsp:txXfrm>
        <a:off x="602703" y="1958053"/>
        <a:ext cx="7591019" cy="521821"/>
      </dsp:txXfrm>
    </dsp:sp>
    <dsp:sp modelId="{77446317-64AA-42A0-B957-CF0D8C635091}">
      <dsp:nvSpPr>
        <dsp:cNvPr id="0" name=""/>
        <dsp:cNvSpPr/>
      </dsp:nvSpPr>
      <dsp:spPr>
        <a:xfrm>
          <a:off x="0" y="2610329"/>
          <a:ext cx="8193723" cy="5218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210C75-859A-401C-9473-FC15AD9D81B7}">
      <dsp:nvSpPr>
        <dsp:cNvPr id="0" name=""/>
        <dsp:cNvSpPr/>
      </dsp:nvSpPr>
      <dsp:spPr>
        <a:xfrm>
          <a:off x="157850" y="2727739"/>
          <a:ext cx="287001" cy="28700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75F08-0DA3-4800-A01B-DD86517E77D8}">
      <dsp:nvSpPr>
        <dsp:cNvPr id="0" name=""/>
        <dsp:cNvSpPr/>
      </dsp:nvSpPr>
      <dsp:spPr>
        <a:xfrm>
          <a:off x="602703" y="2610329"/>
          <a:ext cx="7591019" cy="521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26" tIns="55226" rIns="55226" bIns="552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QR code verification can simplify report authentication. </a:t>
          </a:r>
        </a:p>
      </dsp:txBody>
      <dsp:txXfrm>
        <a:off x="602703" y="2610329"/>
        <a:ext cx="7591019" cy="521821"/>
      </dsp:txXfrm>
    </dsp:sp>
    <dsp:sp modelId="{EBBAA8F2-82FA-4C19-9DC8-765DEC9D85E8}">
      <dsp:nvSpPr>
        <dsp:cNvPr id="0" name=""/>
        <dsp:cNvSpPr/>
      </dsp:nvSpPr>
      <dsp:spPr>
        <a:xfrm>
          <a:off x="0" y="3262606"/>
          <a:ext cx="8193723" cy="5218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4ED4D6-80BB-459B-9271-DA3A2311AB8A}">
      <dsp:nvSpPr>
        <dsp:cNvPr id="0" name=""/>
        <dsp:cNvSpPr/>
      </dsp:nvSpPr>
      <dsp:spPr>
        <a:xfrm>
          <a:off x="157850" y="3380016"/>
          <a:ext cx="287001" cy="28700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15C5A2-AD1D-434F-AD66-48EBA8A5CADB}">
      <dsp:nvSpPr>
        <dsp:cNvPr id="0" name=""/>
        <dsp:cNvSpPr/>
      </dsp:nvSpPr>
      <dsp:spPr>
        <a:xfrm>
          <a:off x="602703" y="3262606"/>
          <a:ext cx="7591019" cy="521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26" tIns="55226" rIns="55226" bIns="552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Analytics dashboards can assist in monitoring laboratory performance. </a:t>
          </a:r>
        </a:p>
      </dsp:txBody>
      <dsp:txXfrm>
        <a:off x="602703" y="3262606"/>
        <a:ext cx="7591019" cy="5218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07:15:52.3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914 185 24575,'-29'-2'0,"0"-1"0,0-2 0,0-1 0,-29-9 0,10 2 0,-130-36 0,-97-22 0,250 67 41,1 1 0,-38 2-1,39 1-535,-1-1-1,-34-6 0,35 2-6330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07:16:04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558 304 24575,'1'19'0,"0"-15"0,0 1 0,-1-1 0,0 1 0,0 0 0,0-1 0,0 1 0,-1-1 0,1 1 0,-1-1 0,-1 1 0,-2 7 0,4-12 0,-1 1 0,0-1 0,0 0 0,1 1 0,-1-1 0,0 0 0,0 1 0,0-1 0,0 0 0,0 0 0,1 0 0,-1 0 0,0 0 0,0 0 0,0 0 0,0 0 0,0 0 0,0 0 0,1 0 0,-1 0 0,0-1 0,0 1 0,0 0 0,0-1 0,1 1 0,-1-1 0,0 1 0,1-1 0,-1 1 0,0-1 0,1 1 0,-1-1 0,0 0 0,1 1 0,-1-1 0,1 0 0,-1-1 0,-26-31 0,23 28 0,0-2 0,-14-14 0,17 21 0,1 0 0,0-1 0,0 1 0,0 0 0,0 0 0,-1 0 0,1 0 0,0 0 0,0 0 0,-1 0 0,1 0 0,0 0 0,0 0 0,0 0 0,-1 0 0,1 0 0,0 0 0,0 0 0,-1 0 0,1 0 0,0 0 0,0 0 0,0 0 0,-1 0 0,1 0 0,0 0 0,0 0 0,0 0 0,-1 0 0,1 1 0,0-1 0,0 0 0,0 0 0,0 0 0,-1 1 0,-3 15 0,4-9 0,-2 8 0,1 0 0,0 0 0,1 0 0,1 1 0,1-1 0,6 27 0,-8-42 0,0 1 0,0-1 0,0 1 0,0-1 0,0 1 0,1-1 0,-1 0 0,0 1 0,0-1 0,0 1 0,1-1 0,-1 1 0,0-1 0,1 0 0,-1 1 0,0-1 0,1 0 0,-1 1 0,1-1 0,-1 0 0,0 1 0,1-1 0,-1 0 0,1 0 0,-1 0 0,1 1 0,-1-1 0,1 0 0,-1 0 0,1 0 0,-1 0 0,1 0 0,-1 0 0,1 0 0,-1 0 0,1 0 0,0 0 0,14-17 0,6-29 0,-14 23 0,-2 0 0,6-45 0,-8 41 0,10-39 0,-13 66 0,0-1 0,0 1 0,0-1 0,0 0 0,0 1 0,0-1 0,0 1 0,0-1 0,0 1 0,1-1 0,-1 1 0,0-1 0,0 1 0,1 0 0,-1-1 0,0 1 0,0-1 0,1 1 0,-1 0 0,1-1 0,-1 1 0,0-1 0,1 1 0,-1 0 0,1 0 0,-1-1 0,0 1 0,1 0 0,-1 0 0,2-1 0,6 14 0,1 26 0,-7-7 0,2 0 0,1-1 0,2 0 0,20 60 0,-23-100 0,-3-9 0,0 0 0,-1-35 0,0 50 0,0-1 0,-1 1 0,1 0 0,-1-1 0,0 1 0,0-1 0,0 1 0,-1 0 0,1 0 0,-1 0 0,-3-5 0,5 7 0,-1 1 0,1-1 0,-1 1 0,1-1 0,-1 1 0,1 0 0,-1-1 0,1 1 0,-1 0 0,1-1 0,-1 1 0,1 0 0,-1 0 0,1-1 0,-1 1 0,0 0 0,1 0 0,-1 0 0,1 0 0,-1 0 0,0 0 0,1 0 0,-1 0 0,1 0 0,-1 0 0,0 0 0,0 1 0,-16 11 0,-6 25 0,7 3 0,11-25 0,-2 0 0,-9 18 0,16-33 0,0 0 0,0 0 0,0 0 0,0 1 0,0-1 0,0 0 0,0 0 0,0 0 0,0 0 0,0 0 0,0 1 0,0-1 0,0 0 0,-1 0 0,1 0 0,0 0 0,0 0 0,0 0 0,0 0 0,0 1 0,0-1 0,0 0 0,-1 0 0,1 0 0,0 0 0,0 0 0,0 0 0,0 0 0,0 0 0,0 0 0,-1 0 0,1 0 0,0 0 0,0 0 0,0 0 0,0 0 0,-1 0 0,1 0 0,0 0 0,0 0 0,0 0 0,0 0 0,0 0 0,-1 0 0,1 0 0,0 0 0,0 0 0,0 0 0,0 0 0,0 0 0,0 0 0,-1-1 0,-2-10 0,2-15 0,2-10 0,-1 33 0,0 5 0,1 19 0,-1-19 0,1 4 0,-1 0 0,0 0 0,-1-1 0,1 1 0,-1 0 0,0 0 0,-2 5 0,2-9 0,0 0 0,-1 0 0,1-1 0,0 1 0,0 0 0,-1-1 0,1 1 0,-1-1 0,1 0 0,-1 1 0,0-1 0,0 0 0,1 0 0,-1 0 0,0 0 0,0 0 0,0-1 0,0 1 0,0-1 0,0 1 0,0-1 0,-4 1 0,-34 2 0,1-1 0,-57-5 0,12 0 0,115-48 0,-27 32 0,0-1 0,-2 0 0,-1 0 0,-1-34 0,-1 44 0,1 35 0,1 65 0,-1-90 0,0 1 0,-1-1 0,1 0 0,0 0 0,0 1 0,0-1 0,0 0 0,0 1 0,1-1 0,-1 0 0,0 1 0,0-1 0,0 0 0,0 0 0,0 1 0,0-1 0,0 0 0,1 0 0,-1 1 0,0-1 0,0 0 0,0 0 0,0 1 0,1-1 0,-1 0 0,0 0 0,0 0 0,1 1 0,-1-1 0,0 0 0,0 0 0,1 0 0,-1 0 0,0 0 0,1 0 0,-1 1 0,0-1 0,1 0 0,10-9 0,9-18 0,-3-13 0,-1 0 0,-3-2 0,-1 1 0,8-52 0,-10 46 0,8-34 0,-18 81 0,0 0 0,-1-1 0,1 1 0,0 0 0,0 0 0,0-1 0,0 1 0,0 0 0,0 0 0,0-1 0,1 1 0,-1 0 0,0 0 0,0-1 0,0 1 0,0 0 0,0 0 0,0 0 0,0-1 0,0 1 0,0 0 0,1 0 0,-1 0 0,0-1 0,0 1 0,0 0 0,0 0 0,1 0 0,-1 0 0,0 0 0,0-1 0,1 1 0,-1 0 0,0 0 0,0 0 0,0 0 0,1 0 0,-1 0 0,0 0 0,0 0 0,1 0 0,-1 0 0,0 0 0,0 0 0,1 0 0,-1 0 0,0 0 0,6 14 0,2 25 0,21 253 0,-6-56 0,-33-292 0,-2 1 0,-34-96 0,-69-119 0,114 266 0,-1 1 0,0-1 0,-1 1 0,1-1 0,0 1 0,-6-6 0,7 9 0,1 0 0,0-1 0,-1 1 0,1 0 0,-1 0 0,1-1 0,0 1 0,-1 0 0,1 0 0,-1 0 0,1-1 0,-1 1 0,1 0 0,-1 0 0,1 0 0,-1 0 0,1 0 0,-1 0 0,1 0 0,-1 0 0,1 0 0,0 0 0,-1 1 0,0-1 0,0 0 0,0 1 0,0 0 0,1 0 0,-1-1 0,0 1 0,0 0 0,1 0 0,-1 0 0,0 0 0,1 0 0,-1 0 0,1 0 0,-1 0 0,0 2 0,-4 12 0,1 0 0,1 0 0,0 0 0,1 0 0,-1 20 0,4 84 0,0-67 0,1 2 0,-2-48 0,1-34 0,0-75 0,3 88 0,2 19 0,6 28 0,-10-24 0,19 48 0,18 60 0,-25-78 0,-14-38 0,0 0 0,1 0 0,-1 0 0,0 1 0,0-1 0,0 0 0,0 0 0,0 1 0,1-1 0,-1 0 0,0 0 0,0 0 0,0 0 0,0 1 0,1-1 0,-1 0 0,0 0 0,0 0 0,1 0 0,-1 0 0,0 0 0,0 1 0,1-1 0,-1 0 0,0 0 0,0 0 0,1 0 0,-1 0 0,0 0 0,0 0 0,1 0 0,-1 0 0,0 0 0,0 0 0,1 0 0,-1-1 0,0 1 0,1 0 0,6-19 0,-4-12 0,-1-44 0,-1 49 0,-24 115 0,-6 31 0,-8 109 0,32-213 0,3-29 0,8-89 0,5 0 0,23-101 0,11-82 0,-43 261 0,-1 22 0,-1 5 0,-5 37 0,-17 396 0,22-358 0,0-123 0,-1-341 0,0 364 0,-6-36 0,7 57 0,0 1 0,0 0 0,0-1 0,0 1 0,0 0 0,0-1 0,0 1 0,0 0 0,0-1 0,0 1 0,0 0 0,0-1 0,0 1 0,0 0 0,0 0 0,0-1 0,0 1 0,0 0 0,-1-1 0,1 1 0,0 0 0,0 0 0,0-1 0,0 1 0,-1 0 0,1 0 0,0-1 0,0 1 0,-1 0 0,1 0 0,0 0 0,0-1 0,-1 1 0,1 0 0,0 0 0,0 0 0,-1 0 0,1 0 0,0 0 0,-1-1 0,1 1 0,0 0 0,-1 0 0,1 0 0,0 0 0,-1 0 0,1 0 0,0 0 0,-1 0 0,1 1 0,-12 17 0,-5 36 0,6 15 0,3 1 0,1 84 0,6-130 0,3-481 0,-4 441 0,2 16 0,0 0 0,0 0 0,-1 0 0,1 0 0,0 0 0,0 0 0,0 0 0,0 0 0,0 0 0,0-1 0,-1 1 0,1 0 0,0 0 0,0 0 0,0 0 0,0 0 0,0 0 0,-1 0 0,1 0 0,0 0 0,0 0 0,0 0 0,0 0 0,0 0 0,-1 0 0,1 0 0,0 0 0,0 0 0,0 0 0,0 1 0,0-1 0,0 0 0,-1 0 0,1 0 0,0 0 0,0 0 0,0 0 0,0 0 0,0 0 0,0 0 0,0 1 0,-1-1 0,1 0 0,0 0 0,0 0 0,-15 25 0,13-21 0,-50 102 0,-74 220 0,122-314 0,3-8 0,1 0 0,-1 0 0,-1 0 0,1 0 0,-1-1 0,1 1 0,-1 0 0,0-1 0,0 0 0,-1 1 0,-2 2 0,5-6 0,0 0 0,-1 0 0,1 0 0,0 0 0,-1 0 0,1 0 0,0 0 0,-1 0 0,1 0 0,0 0 0,-1 0 0,1 0 0,0 0 0,-1 0 0,1-1 0,0 1 0,0 0 0,-1 0 0,1 0 0,0 0 0,-1-1 0,1 1 0,0 0 0,0 0 0,0 0 0,-1-1 0,1 1 0,0 0 0,0-1 0,0 1 0,-1 0 0,1 0 0,0-1 0,0 1 0,0 0 0,0-1 0,0 1 0,0 0 0,0-1 0,0 1 0,0 0 0,0-1 0,0 1 0,0-1 0,-4-18 0,3-194 0,2 173 0,0 119 0,0-85 0,0 0 0,1 1 0,0-1 0,0 1 0,1-1 0,4-6 0,-7 11 0,0 1 0,0-1 0,0 1 0,1 0 0,-1-1 0,0 1 0,0 0 0,1-1 0,-1 1 0,0 0 0,1 0 0,-1-1 0,0 1 0,1 0 0,-1 0 0,0-1 0,1 1 0,-1 0 0,1 0 0,-1 0 0,0 0 0,1 0 0,-1 0 0,1 0 0,-1 0 0,0 0 0,1 0 0,-1 0 0,1 0 0,-1 0 0,0 0 0,1 0 0,-1 0 0,1 0 0,0 2 0,0-1 0,1 1 0,-1-1 0,-1 1 0,1-1 0,0 1 0,0-1 0,0 1 0,-1 0 0,1 0 0,-1-1 0,0 1 0,1 3 0,5 56-1365,-5-29-5461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07:16:10.1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98 225 24575,'-1'10'0,"0"0"0,-1-1 0,0 0 0,0 1 0,-6 13 0,0 3 0,7-24 0,-19 66 0,2 1 0,-17 135 0,38-218 0,0 0 0,0 0 0,1 0 0,9-20 0,-2 6 0,50-155 0,32-85 0,-89 258 0,-2 5 0,-1 1 0,1 0 0,0 0 0,0 0 0,0 0 0,3-5 0,-4 9 0,-1 0 0,0 0 0,0 0 0,0 0 0,0 0 0,1 0 0,-1 0 0,0 0 0,0 0 0,0 0 0,0 0 0,1 0 0,-1 0 0,0 0 0,0 0 0,0 0 0,1 0 0,-1 0 0,0 0 0,0 0 0,0 0 0,1 0 0,-1 0 0,0 0 0,0 0 0,0 1 0,0-1 0,0 0 0,1 0 0,-1 0 0,0 0 0,0 0 0,0 0 0,0 1 0,0-1 0,0 0 0,1 0 0,-1 0 0,0 0 0,0 1 0,0-1 0,0 0 0,0 0 0,0 0 0,0 0 0,0 1 0,0-1 0,0 0 0,0 0 0,0 0 0,0 1 0,0-1 0,0 0 0,0 0 0,0 1 0,2 12 0,-1 245 0,-3-157 0,3-133 0,2-1 0,14-62 0,25-63 0,-40 151 0,-2 6 0,1 0 0,-1-1 0,0 1 0,1 0 0,-1-1 0,1 1 0,-1 0 0,1 0 0,-1 0 0,1 0 0,0-1 0,0 1 0,0 0 0,-1 0 0,1 0 0,1 0 0,-1 1 0,-1 0 0,1 0 0,-1 0 0,1 0 0,-1 0 0,0 0 0,1 1 0,-1-1 0,1 0 0,-1 0 0,0 1 0,1-1 0,-1 0 0,0 1 0,1-1 0,-1 0 0,0 1 0,0-1 0,1 0 0,-1 1 0,0-1 0,0 1 0,1-1 0,-1 0 0,0 1 0,0-1 0,0 1 0,0 0 0,10 45 0,-6 20 0,-6 114 0,2-179 0,1 1 0,-1 0 0,-1-1 0,1 1 0,0 0 0,0-1 0,-1 1 0,1 0 0,-1-1 0,1 1 0,-1-1 0,1 1 0,-1-1 0,0 1 0,0-1 0,0 0 0,0 1 0,-1 0 0,1-1 0,0-1 0,0 0 0,1 0 0,-1 0 0,0 0 0,0 0 0,1 0 0,-1 0 0,0 0 0,0 0 0,1-1 0,-1 1 0,0 0 0,0 0 0,1-1 0,-1 1 0,0 0 0,1-1 0,-1 1 0,1-1 0,-1 1 0,0-1 0,1 1 0,-1-1 0,1 1 0,-1-2 0,-6-5 0,1-1 0,1 0 0,-1 0 0,-6-15 0,-42-102 0,53 133 0,0 1 0,1 0 0,0-1 0,2 14 0,-1-20 0,-1 0 0,0 0 0,1 0 0,-1 0 0,1 0 0,0 0 0,-1-1 0,1 1 0,0 0 0,0-1 0,0 1 0,0 0 0,1-1 0,-1 1 0,0-1 0,1 0 0,-1 1 0,1-1 0,-1 0 0,1 0 0,2 1 0,-3-1 0,1-1 0,-1 0 0,1 0 0,-1-1 0,1 1 0,-1 0 0,1 0 0,-1-1 0,1 1 0,-1-1 0,1 1 0,-1-1 0,0 0 0,1 1 0,-1-1 0,0 0 0,0 0 0,1 0 0,-1 0 0,1-2 0,6-4 0,-1-1 0,-1-1 0,0 1 0,0-1 0,-1 0 0,7-14 0,20-61 0,-32 84 0,0-1 0,0 1 0,0-1 0,1 1 0,-1-1 0,0 0 0,0 1 0,1-1 0,-1 1 0,0-1 0,0 1 0,1-1 0,-1 1 0,1-1 0,-1 1 0,0 0 0,1-1 0,-1 1 0,1 0 0,-1-1 0,1 1 0,-1 0 0,1-1 0,-1 1 0,1 0 0,-1 0 0,1 0 0,0-1 0,7 14 0,0 26 0,-4 65 0,-4-61 0,0-34 0,0-10 0,-1-206 0,3 187 0,4 26 0,5 31 0,-4-8 0,-2-14 0,-2-1 0,0 0 0,0 1 0,-2-1 0,0 1 0,0 0 0,-2 16 0,1-30 0,0-1 0,0 1 0,0 0 0,-1 0 0,1 0 0,0-1 0,0 1 0,0 0 0,-1 0 0,1-1 0,0 1 0,-1 0 0,1-1 0,-1 1 0,1 0 0,-1-1 0,1 1 0,-1 0 0,1-1 0,-1 1 0,0-1 0,1 1 0,-1-1 0,0 1 0,1-1 0,-2 1 0,1-1 0,-1 0 0,1 0 0,0-1 0,0 1 0,0 0 0,0 0 0,0-1 0,-1 1 0,1-1 0,0 1 0,0-1 0,0 1 0,0-1 0,0 0 0,0 0 0,-1 0 0,-7-8 0,1 0 0,-15-18 0,16 17 0,6 8 0,-1 0 0,0 0 0,0-1 0,0 1 0,0 0 0,0 0 0,-1 1 0,1-1 0,0 0 0,-1 1 0,1 0 0,-1-1 0,-4 0 0,5 2 0,1 0 0,-1 0 0,1 0 0,-1 1 0,1-1 0,0 1 0,-1-1 0,1 1 0,0 0 0,-1-1 0,1 1 0,0 0 0,0 0 0,0 0 0,-1 0 0,1 0 0,0 0 0,0 0 0,1 0 0,-1 0 0,0 1 0,0-1 0,0 0 0,1 0 0,-1 1 0,1-1 0,-1 1 0,0 1 0,-8 28 0,8-25 0,0-1 0,-1 0 0,1 0 0,-1 0 0,-5 9 0,7-14 0,0 1 0,-1 0 0,0-1 0,1 1 0,-1-1 0,1 1 0,-1-1 0,0 1 0,1-1 0,-1 0 0,0 1 0,1-1 0,-1 0 0,0 1 0,1-1 0,-1 0 0,0 0 0,0 0 0,0 0 0,1 0 0,-1 0 0,0 0 0,0 0 0,1 0 0,-1 0 0,0 0 0,0 0 0,1 0 0,-1-1 0,0 1 0,0 0 0,1 0 0,-1-1 0,0 1 0,1-1 0,-1 1 0,0-1 0,1 1 0,-1-1 0,1 1 0,-1-1 0,1 1 0,-1-1 0,1 0 0,-1 1 0,0-2 0,-23-33 0,24 35 0,-13-32 0,11 27 0,1 0 0,-1 0 0,0 0 0,0 1 0,0-1 0,-1 1 0,1-1 0,-1 1 0,0 0 0,0 0 0,-5-4 0,7 8 0,1-1 0,-1 1 0,1 0 0,-1 0 0,0 0 0,1 0 0,-1 0 0,1 0 0,-1 0 0,0 0 0,1 1 0,-1-1 0,0 0 0,1 0 0,-1 0 0,1 1 0,-1-1 0,1 0 0,-1 0 0,1 1 0,-1-1 0,1 1 0,-1-1 0,1 0 0,-1 1 0,1-1 0,0 1 0,-1-1 0,1 1 0,0-1 0,-1 1 0,1 0 0,0-1 0,0 1 0,-1-1 0,1 2 0,-10 26 0,8-23 0,-22 70 0,25-101 0,8-23 0,9 0 0,28-55 0,-21 49 0,-23 50 0,1 1 0,-1-1 0,1 0 0,0 1 0,0 0 0,4-5 0,-6 8 0,-1 1 0,1-1 0,0 1 0,-1-1 0,1 1 0,-1-1 0,1 1 0,0-1 0,0 1 0,-1 0 0,1 0 0,0-1 0,0 1 0,-1 0 0,1 0 0,0 0 0,0 0 0,-1 0 0,1 0 0,0 0 0,0 0 0,0 0 0,-1 0 0,1 0 0,0 1 0,0-1 0,-1 0 0,1 0 0,0 1 0,-1-1 0,1 0 0,0 1 0,-1-1 0,1 1 0,0-1 0,-1 1 0,1-1 0,-1 1 0,1 0 0,-1-1 0,1 1 0,-1 0 0,1-1 0,-1 1 0,0 0 0,0-1 0,1 1 0,-1 0 0,0 1 0,14 26 0,-10-19 0,0 0 0,1 0 0,0-1 0,8 10 0,-13-18 0,0 1 0,1-1 0,-1 0 0,0 1 0,1-1 0,-1 1 0,1-1 0,-1 0 0,1 1 0,-1-1 0,1 0 0,-1 0 0,1 1 0,-1-1 0,1 0 0,-1 0 0,1 0 0,-1 0 0,1 0 0,-1 0 0,1 1 0,0-1 0,-1 0 0,1-1 0,-1 1 0,1 0 0,-1 0 0,1 0 0,-1 0 0,1 0 0,-1 0 0,1-1 0,-1 1 0,1 0 0,-1-1 0,1 1 0,-1 0 0,1-1 0,-1 1 0,1 0 0,-1-1 0,0 1 0,1-1 0,-1 1 0,0 0 0,1-1 0,-1 1 0,0-1 0,0 1 0,1-1 0,-1 1 0,0-1 0,0 0 0,0 1 0,0-1 0,0 0 0,10-34 0,-8 10 0,-2 21 0,0-1 0,0 1 0,1-1 0,-1 1 0,1-1 0,0 1 0,3-9 0,-3 13 0,-1 0 0,0-1 0,0 1 0,0 0 0,0 0 0,1 0 0,-1-1 0,0 1 0,0 0 0,0 0 0,1 0 0,-1-1 0,0 1 0,0 0 0,1 0 0,-1 0 0,0 0 0,1 0 0,-1 0 0,0-1 0,0 1 0,1 0 0,-1 0 0,0 0 0,1 0 0,-1 0 0,0 0 0,1 0 0,-1 0 0,0 0 0,0 0 0,1 1 0,-1-1 0,0 0 0,1 0 0,-1 0 0,0 0 0,0 0 0,1 0 0,-1 1 0,0-1 0,0 0 0,1 0 0,-1 0 0,0 1 0,0-1 0,0 0 0,1 0 0,-1 1 0,10 13 0,-9-13 0,9 16 0,-8-12 0,1 1 0,1-1 0,-1 0 0,0-1 0,1 1 0,4 4 0,-6-8 0,-1 0 0,1 0 0,-1 0 0,1 0 0,0-1 0,-1 1 0,1 0 0,0-1 0,0 1 0,-1-1 0,1 1 0,0-1 0,0 0 0,0 0 0,0 0 0,-1 0 0,1 0 0,0 0 0,0 0 0,0-1 0,0 1 0,-1-1 0,4 0 0,-3 0 0,0 0 0,0 0 0,0 1 0,1-1 0,-1 1 0,0-1 0,0 1 0,0 0 0,0 0 0,1 0 0,-1 0 0,0 1 0,0-1 0,0 0 0,0 1 0,1-1 0,-1 1 0,0 0 0,0 0 0,0 0 0,0 0 0,-1 0 0,1 0 0,0 1 0,0-1 0,-1 1 0,1-1 0,-1 1 0,1-1 0,-1 1 0,1 0 0,0 3 0,1 0 0,0 1 0,0 0 0,-1 0 0,0 0 0,0 0 0,-1 0 0,0 0 0,1 10 0,-3-24 0,1-44 0,0 50 0,0 1 0,0-1 0,0 0 0,0 1 0,0-1 0,1 1 0,-1-1 0,1 1 0,-1-1 0,1 0 0,0 1 0,-1 0 0,1-1 0,0 1 0,0-1 0,0 1 0,0 0 0,0 0 0,0 0 0,0-1 0,1 1 0,-1 0 0,0 1 0,1-1 0,-1 0 0,2-1 0,0 4 0,0 0 0,0-1 0,-1 1 0,1 0 0,-1 0 0,1 0 0,-1 1 0,0-1 0,1 1 0,-1-1 0,-1 1 0,3 3 0,9 9 0,2 12 0,-15-25 0,1 1 0,0-1 0,-1 0 0,1 0 0,0 0 0,0 0 0,1 0 0,-1 0 0,0 0 0,1-1 0,-1 1 0,1 0 0,-1-1 0,1 1 0,0-1 0,3 3 0,-5-4 0,1 1 0,0-1 0,0 0 0,0 1 0,-1 0 0,1-1 0,0 1 0,-1-1 0,1 1 0,-1 0 0,1-1 0,0 1 0,-1 0 0,1 0 0,-1-1 0,0 1 0,1 0 0,-1 0 0,0 0 0,1 0 0,-1 0 0,0 1 0,8 29 0,-5-18 0,-2-12 0,-1 1 0,1-1 0,0 1 0,-1-1 0,0 1 0,1-1 0,-1 1 0,0-1 0,0 1 0,1 0 0,-1-1 0,-1 1 0,1-1 0,0 1 0,0 0 0,0-1 0,-1 1 0,1-1 0,-1 1 0,0-1 0,1 1 0,-1-1 0,0 1 0,0-1 0,0 0 0,1 0 0,-3 3 0,0-3 0,0 0 0,0 1 0,0-1 0,-1 0 0,1-1 0,0 1 0,0-1 0,-1 1 0,1-1 0,0 0 0,0 0 0,-6-1 0,-10-1 0,0-2 0,0 0 0,0-1 0,1-1 0,-25-12 0,10 5 0,30 12 8,-1-1-1,1 1 1,0-1-1,-1 0 1,1 1-1,0-2 1,0 1-1,0 0 1,0-1-1,0 1 1,1-1-1,-1 0 1,1 0-1,0 0 1,-4-6-1,4 4-156,0 0 1,0-1-1,1 0 1,0 1-1,0-1 1,0 0-1,0 0 1,1 1-1,1-9 1,0-7-6678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BE4ED71-C17F-1E5C-1AF5-176E038C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>
            <a:extLst>
              <a:ext uri="{FF2B5EF4-FFF2-40B4-BE49-F238E27FC236}">
                <a16:creationId xmlns:a16="http://schemas.microsoft.com/office/drawing/2014/main" id="{908D58C4-CFD7-2DD4-7977-D1F84417D3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:notes">
            <a:extLst>
              <a:ext uri="{FF2B5EF4-FFF2-40B4-BE49-F238E27FC236}">
                <a16:creationId xmlns:a16="http://schemas.microsoft.com/office/drawing/2014/main" id="{F8C26AC5-680C-8AB6-76BC-9058438DD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131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58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9588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6911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58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9588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046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58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9588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971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58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9588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774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58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9588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04136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58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9588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4565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58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9588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9180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58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9588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196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58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9588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089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58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9588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5602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58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9588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2524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1_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292225" y="1228344"/>
            <a:ext cx="5770245" cy="3795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275662" y="6481635"/>
            <a:ext cx="205251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5885" lvl="0" indent="0">
              <a:lnSpc>
                <a:spcPct val="106111"/>
              </a:lnSpc>
              <a:spcBef>
                <a:spcPts val="0"/>
              </a:spcBef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5885" lvl="1" indent="0">
              <a:lnSpc>
                <a:spcPct val="106111"/>
              </a:lnSpc>
              <a:spcBef>
                <a:spcPts val="0"/>
              </a:spcBef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5885" lvl="2" indent="0">
              <a:lnSpc>
                <a:spcPct val="106111"/>
              </a:lnSpc>
              <a:spcBef>
                <a:spcPts val="0"/>
              </a:spcBef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5885" lvl="3" indent="0">
              <a:lnSpc>
                <a:spcPct val="106111"/>
              </a:lnSpc>
              <a:spcBef>
                <a:spcPts val="0"/>
              </a:spcBef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5885" lvl="4" indent="0">
              <a:lnSpc>
                <a:spcPct val="106111"/>
              </a:lnSpc>
              <a:spcBef>
                <a:spcPts val="0"/>
              </a:spcBef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5885" lvl="5" indent="0">
              <a:lnSpc>
                <a:spcPct val="106111"/>
              </a:lnSpc>
              <a:spcBef>
                <a:spcPts val="0"/>
              </a:spcBef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5885" lvl="6" indent="0">
              <a:lnSpc>
                <a:spcPct val="106111"/>
              </a:lnSpc>
              <a:spcBef>
                <a:spcPts val="0"/>
              </a:spcBef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5885" lvl="7" indent="0">
              <a:lnSpc>
                <a:spcPct val="106111"/>
              </a:lnSpc>
              <a:spcBef>
                <a:spcPts val="0"/>
              </a:spcBef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5885" lvl="8" indent="0">
              <a:lnSpc>
                <a:spcPct val="106111"/>
              </a:lnSpc>
              <a:spcBef>
                <a:spcPts val="0"/>
              </a:spcBef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8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9588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142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958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9588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94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.xml"/><Relationship Id="rId3" Type="http://schemas.openxmlformats.org/officeDocument/2006/relationships/image" Target="../media/image4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.xml"/><Relationship Id="rId5" Type="http://schemas.openxmlformats.org/officeDocument/2006/relationships/customXml" Target="../ink/ink1.xml"/><Relationship Id="rId10" Type="http://schemas.openxmlformats.org/officeDocument/2006/relationships/image" Target="../media/image15.png"/><Relationship Id="rId4" Type="http://schemas.openxmlformats.org/officeDocument/2006/relationships/image" Target="../media/image5.pn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oi.org/10.1093/jamiaopen/ooae032" TargetMode="External"/><Relationship Id="rId4" Type="http://schemas.openxmlformats.org/officeDocument/2006/relationships/hyperlink" Target="https://doi.org/10.1016/j.imu.2024.101566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499" y="311979"/>
            <a:ext cx="7238999" cy="110966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460075" y="2412418"/>
            <a:ext cx="7894175" cy="134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43914" marR="5080" lvl="0" indent="-831850" algn="ctr"/>
            <a:r>
              <a:rPr lang="en-US" sz="2800" dirty="0">
                <a:latin typeface="Arial Black" panose="020B0A04020102020204" pitchFamily="34" charset="0"/>
              </a:rPr>
              <a:t>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Laboratory Report Management Using File Pointer Optimization and Exception Handling Compared with Sequential File Processing for Enhanced Fault Tolerance</a:t>
            </a:r>
          </a:p>
        </p:txBody>
      </p:sp>
      <p:sp>
        <p:nvSpPr>
          <p:cNvPr id="46" name="Google Shape;46;p7"/>
          <p:cNvSpPr txBox="1"/>
          <p:nvPr/>
        </p:nvSpPr>
        <p:spPr>
          <a:xfrm>
            <a:off x="235417" y="4923562"/>
            <a:ext cx="6527644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/>
            <a:r>
              <a:rPr lang="en-US" sz="2400" b="1" dirty="0">
                <a:solidFill>
                  <a:srgbClr val="C00000"/>
                </a:solidFill>
              </a:rPr>
              <a:t>Under the supervision of :</a:t>
            </a:r>
          </a:p>
          <a:p>
            <a:pPr marL="12700" lvl="0"/>
            <a:r>
              <a:rPr lang="en-US" sz="2400" b="1" dirty="0">
                <a:solidFill>
                  <a:srgbClr val="002060"/>
                </a:solidFill>
              </a:rPr>
              <a:t>Dr. Saroo Raj R B</a:t>
            </a:r>
            <a:endParaRPr lang="en-IN" sz="240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4571998" y="4868419"/>
            <a:ext cx="4970452" cy="161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/>
            <a:r>
              <a:rPr lang="en-IN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BY:</a:t>
            </a:r>
          </a:p>
          <a:p>
            <a:pPr marL="12700" marR="5080" lvl="0"/>
            <a:r>
              <a:rPr lang="en-IN" sz="21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NIVETHA S </a:t>
            </a:r>
            <a:r>
              <a:rPr lang="en-IN" sz="2100" b="1" dirty="0">
                <a:solidFill>
                  <a:srgbClr val="002060"/>
                </a:solidFill>
                <a:latin typeface="Times New Roman"/>
                <a:cs typeface="Times New Roman"/>
                <a:sym typeface="Times New Roman"/>
              </a:rPr>
              <a:t>(192511269)</a:t>
            </a:r>
          </a:p>
          <a:p>
            <a:pPr marL="12700" marR="5080" lvl="0"/>
            <a:r>
              <a:rPr lang="en-IN" sz="2100" b="1" dirty="0">
                <a:solidFill>
                  <a:srgbClr val="002060"/>
                </a:solidFill>
                <a:latin typeface="Times New Roman"/>
                <a:cs typeface="Times New Roman"/>
                <a:sym typeface="Times New Roman"/>
              </a:rPr>
              <a:t>MOHANALAKSHMI S(192511274)</a:t>
            </a:r>
          </a:p>
          <a:p>
            <a:pPr marL="12700" marR="5080" lvl="0"/>
            <a:r>
              <a:rPr lang="en-IN" sz="2100" b="1" dirty="0">
                <a:solidFill>
                  <a:srgbClr val="002060"/>
                </a:solidFill>
                <a:latin typeface="Times New Roman"/>
                <a:cs typeface="Times New Roman"/>
                <a:sym typeface="Times New Roman"/>
              </a:rPr>
              <a:t>LAKSHMI SHRUTHIKSHA A (192511385)	</a:t>
            </a:r>
            <a:endParaRPr lang="en-IN" sz="21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F5E36D-899D-6527-F9DF-1F5072B2E8F8}"/>
              </a:ext>
            </a:extLst>
          </p:cNvPr>
          <p:cNvSpPr txBox="1"/>
          <p:nvPr/>
        </p:nvSpPr>
        <p:spPr>
          <a:xfrm>
            <a:off x="613833" y="1817897"/>
            <a:ext cx="8191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DSA0114-OBJECT ORIENTED PROGRAMMING WITH C++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1943100" y="235953"/>
            <a:ext cx="52578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dirty="0">
                <a:solidFill>
                  <a:srgbClr val="FF0000"/>
                </a:solidFill>
              </a:rPr>
              <a:t>INTRODUCTION</a:t>
            </a:r>
            <a:endParaRPr sz="36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0C691-26E2-3BB9-5D9F-A8D86A1B2171}"/>
              </a:ext>
            </a:extLst>
          </p:cNvPr>
          <p:cNvSpPr txBox="1"/>
          <p:nvPr/>
        </p:nvSpPr>
        <p:spPr>
          <a:xfrm>
            <a:off x="207862" y="1811394"/>
            <a:ext cx="508948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Laboratory Report Management System is developed using C++.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patient details and laboratory reports efficiently.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file handling for permanent data storage.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file pointer optimization for faster record access.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runtime errors using exception handling.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fault tolerance and data reliability.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better performance than sequential file processing.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F93C42-D06B-F65C-211A-A33866303B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56"/>
          <a:stretch>
            <a:fillRect/>
          </a:stretch>
        </p:blipFill>
        <p:spPr>
          <a:xfrm>
            <a:off x="5524427" y="2044337"/>
            <a:ext cx="3483429" cy="30468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532049-527F-5FE4-B2C9-7F1CF111C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90" y="235953"/>
            <a:ext cx="1190791" cy="1086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621AAC-7B29-E47C-4591-80349A9CCF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35" b="1960"/>
          <a:stretch>
            <a:fillRect/>
          </a:stretch>
        </p:blipFill>
        <p:spPr>
          <a:xfrm>
            <a:off x="7266141" y="235953"/>
            <a:ext cx="1140908" cy="1086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/>
        </p:nvSpPr>
        <p:spPr>
          <a:xfrm>
            <a:off x="701675" y="6453060"/>
            <a:ext cx="8255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0"/>
          <p:cNvSpPr txBox="1"/>
          <p:nvPr/>
        </p:nvSpPr>
        <p:spPr>
          <a:xfrm>
            <a:off x="8358993" y="6453060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1790700" y="351830"/>
            <a:ext cx="55626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dirty="0">
                <a:solidFill>
                  <a:srgbClr val="FF0000"/>
                </a:solidFill>
              </a:rPr>
              <a:t>PROBLEM STATEMENT</a:t>
            </a:r>
            <a:endParaRPr sz="3600" b="1" dirty="0">
              <a:solidFill>
                <a:srgbClr val="FF0000"/>
              </a:solidFill>
            </a:endParaRPr>
          </a:p>
        </p:txBody>
      </p:sp>
      <p:sp>
        <p:nvSpPr>
          <p:cNvPr id="73" name="Google Shape;73;p10"/>
          <p:cNvSpPr txBox="1"/>
          <p:nvPr/>
        </p:nvSpPr>
        <p:spPr>
          <a:xfrm>
            <a:off x="998537" y="5729732"/>
            <a:ext cx="7639050" cy="33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6" name="Picture 2" descr="College Stock Vectors and Vector Art ...">
            <a:extLst>
              <a:ext uri="{FF2B5EF4-FFF2-40B4-BE49-F238E27FC236}">
                <a16:creationId xmlns:a16="http://schemas.microsoft.com/office/drawing/2014/main" id="{05C4036C-80DD-7A4A-B619-9D639EB80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416" y="1600198"/>
            <a:ext cx="3157532" cy="4406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3E8E9D-4D34-74A8-E25A-7BD8159FD12B}"/>
              </a:ext>
            </a:extLst>
          </p:cNvPr>
          <p:cNvSpPr txBox="1"/>
          <p:nvPr/>
        </p:nvSpPr>
        <p:spPr>
          <a:xfrm>
            <a:off x="107577" y="2064435"/>
            <a:ext cx="524256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laboratory record management is slow and inefficient.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file processing increases retrieval time.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records requires scanning the complete file.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corruption may lead to data loss.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user inputs may cause program failure.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error handling reduces reliability.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optimized and secure solution is required.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EBA495-948E-FB5D-05E4-DD49F8B43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90" y="235953"/>
            <a:ext cx="1190791" cy="10860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CC09D7-05F7-BCE9-927F-977695004E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35" b="1960"/>
          <a:stretch>
            <a:fillRect/>
          </a:stretch>
        </p:blipFill>
        <p:spPr>
          <a:xfrm>
            <a:off x="7301905" y="235953"/>
            <a:ext cx="1140908" cy="1086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3043260" y="495138"/>
            <a:ext cx="28746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dirty="0">
                <a:solidFill>
                  <a:srgbClr val="FF0000"/>
                </a:solidFill>
              </a:rPr>
              <a:t>OBJECTIVE</a:t>
            </a:r>
            <a:endParaRPr sz="3600" b="1" dirty="0">
              <a:solidFill>
                <a:srgbClr val="FF0000"/>
              </a:solidFill>
            </a:endParaRPr>
          </a:p>
        </p:txBody>
      </p:sp>
      <p:sp>
        <p:nvSpPr>
          <p:cNvPr id="62" name="Google Shape;62;p9"/>
          <p:cNvSpPr txBox="1"/>
          <p:nvPr/>
        </p:nvSpPr>
        <p:spPr>
          <a:xfrm>
            <a:off x="701675" y="6481635"/>
            <a:ext cx="51879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3/20/2025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096030-D132-5A3D-CEA7-F57E0A9BA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125" y="1749616"/>
            <a:ext cx="3456376" cy="37459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FABEE0-D36C-6834-0063-0189694E3123}"/>
              </a:ext>
            </a:extLst>
          </p:cNvPr>
          <p:cNvSpPr txBox="1"/>
          <p:nvPr/>
        </p:nvSpPr>
        <p:spPr>
          <a:xfrm>
            <a:off x="306793" y="1883642"/>
            <a:ext cx="496146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laboratory report management.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patient and laboratory records efficiently.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file operations using file pointers.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optimized and sequential processing methods.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execution speed and performance.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exceptions to prevent application crashes.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 and fault-tolerant data management.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4EE501-F64F-C232-633F-33951412D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38" y="235548"/>
            <a:ext cx="1190791" cy="1086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A746C8-8109-4E16-7B87-DEBAA4EEF0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35" b="1960"/>
          <a:stretch>
            <a:fillRect/>
          </a:stretch>
        </p:blipFill>
        <p:spPr>
          <a:xfrm>
            <a:off x="7310891" y="276454"/>
            <a:ext cx="1140908" cy="9688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7D7B80-47C3-3E61-C8DF-CD4B5B420104}"/>
              </a:ext>
            </a:extLst>
          </p:cNvPr>
          <p:cNvSpPr txBox="1"/>
          <p:nvPr/>
        </p:nvSpPr>
        <p:spPr>
          <a:xfrm>
            <a:off x="2375809" y="401765"/>
            <a:ext cx="55043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S</a:t>
            </a:r>
            <a:r>
              <a:rPr lang="en-SG" sz="3600" b="1" dirty="0">
                <a:solidFill>
                  <a:srgbClr val="FF0000"/>
                </a:solidFill>
              </a:rPr>
              <a:t>YSTEM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7570AF-96E7-4D25-C0E3-CB4F355D1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90" y="235953"/>
            <a:ext cx="1190791" cy="10860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2A1770-C422-7866-5DEE-059AA4E4DE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5" b="1960"/>
          <a:stretch>
            <a:fillRect/>
          </a:stretch>
        </p:blipFill>
        <p:spPr>
          <a:xfrm>
            <a:off x="7309684" y="235953"/>
            <a:ext cx="1140908" cy="1086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3CAF94-B94E-61D7-B549-9156ABC64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52" y="1487766"/>
            <a:ext cx="7709339" cy="495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632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>
            <a:off x="1750424" y="293732"/>
            <a:ext cx="5974080" cy="8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Advanced Laboratory Report &amp; Patient Management</a:t>
            </a:r>
            <a:endParaRPr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8358993" y="6453060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423333" y="2387434"/>
            <a:ext cx="5350933" cy="4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8001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2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1" name="Google Shape;91;p12"/>
          <p:cNvSpPr/>
          <p:nvPr/>
        </p:nvSpPr>
        <p:spPr>
          <a:xfrm>
            <a:off x="4572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8ADC9-8B95-1F1F-878C-7A86B39D2CD0}"/>
              </a:ext>
            </a:extLst>
          </p:cNvPr>
          <p:cNvSpPr txBox="1"/>
          <p:nvPr/>
        </p:nvSpPr>
        <p:spPr>
          <a:xfrm>
            <a:off x="279352" y="1568440"/>
            <a:ext cx="8280495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OVERVIEW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managing patient and laboratory information.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patient profiles, laboratory test details, diagnoses, and report history.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report creation, modification, search, and deletion through an interactive interface.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records securely using C++ file handling for efficient data management.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with a user-friendly web page for easy access by laboratory staff and administrators.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documentation, improves record accuracy, and enhances workflow efficiency.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organized storage and quick retrieval of laboratory reports.</a:t>
            </a:r>
          </a:p>
          <a:p>
            <a:pPr algn="just"/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3D5164-B8F9-198A-36A1-B7466CDA6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05" y="212181"/>
            <a:ext cx="1190791" cy="1086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168475-9499-1A66-4B02-4360D2CF07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35" b="1960"/>
          <a:stretch>
            <a:fillRect/>
          </a:stretch>
        </p:blipFill>
        <p:spPr>
          <a:xfrm>
            <a:off x="7452112" y="141332"/>
            <a:ext cx="1140908" cy="10860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F7FB715-B885-C310-DCA9-29C5D791BE9A}"/>
                  </a:ext>
                </a:extLst>
              </p14:cNvPr>
              <p14:cNvContentPartPr/>
              <p14:nvPr/>
            </p14:nvContentPartPr>
            <p14:xfrm>
              <a:off x="7569429" y="2345743"/>
              <a:ext cx="329400" cy="66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F7FB715-B885-C310-DCA9-29C5D791BE9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60429" y="2336743"/>
                <a:ext cx="3470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D0DB051-63FE-B428-757B-4828750D0B29}"/>
                  </a:ext>
                </a:extLst>
              </p14:cNvPr>
              <p14:cNvContentPartPr/>
              <p14:nvPr/>
            </p14:nvContentPartPr>
            <p14:xfrm>
              <a:off x="6617949" y="4584223"/>
              <a:ext cx="227520" cy="283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D0DB051-63FE-B428-757B-4828750D0B2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09309" y="4575583"/>
                <a:ext cx="24516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2380F68-EB0D-2618-7744-7F8E3A41B793}"/>
                  </a:ext>
                </a:extLst>
              </p14:cNvPr>
              <p14:cNvContentPartPr/>
              <p14:nvPr/>
            </p14:nvContentPartPr>
            <p14:xfrm>
              <a:off x="6600669" y="4664863"/>
              <a:ext cx="232560" cy="239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2380F68-EB0D-2618-7744-7F8E3A41B79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91669" y="4655863"/>
                <a:ext cx="250200" cy="25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19A341-7D4C-6BBA-D140-F90482B9B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70" y="163383"/>
            <a:ext cx="1190791" cy="10860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4F0789-D112-4A59-2C95-2ED5CADA1B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5" b="1960"/>
          <a:stretch>
            <a:fillRect/>
          </a:stretch>
        </p:blipFill>
        <p:spPr>
          <a:xfrm>
            <a:off x="7267984" y="163383"/>
            <a:ext cx="1140908" cy="1086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34A182-D518-5B32-E490-BEF209AF1996}"/>
              </a:ext>
            </a:extLst>
          </p:cNvPr>
          <p:cNvSpPr txBox="1"/>
          <p:nvPr/>
        </p:nvSpPr>
        <p:spPr>
          <a:xfrm>
            <a:off x="869576" y="1720094"/>
            <a:ext cx="75393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patient details and assign a unique Patient ID.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laboratory test requests and corresponding test results.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and update laboratory reports based on test outcomes.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patient records using Patient ID or patient name.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retrieve records using structured file management.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reports through the web interface for quick access.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complete patient report history for future reference.</a:t>
            </a:r>
          </a:p>
        </p:txBody>
      </p:sp>
    </p:spTree>
    <p:extLst>
      <p:ext uri="{BB962C8B-B14F-4D97-AF65-F5344CB8AC3E}">
        <p14:creationId xmlns:p14="http://schemas.microsoft.com/office/powerpoint/2010/main" val="38340825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95351F-4B30-8C4F-0E57-CB860DD91A26}"/>
              </a:ext>
            </a:extLst>
          </p:cNvPr>
          <p:cNvSpPr txBox="1"/>
          <p:nvPr/>
        </p:nvSpPr>
        <p:spPr>
          <a:xfrm>
            <a:off x="1721224" y="0"/>
            <a:ext cx="62483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FILE POINTER OPTIMIZATION &amp; PERFORMANCE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182F4B-EC15-9A76-59AD-E10A1200CE99}"/>
              </a:ext>
            </a:extLst>
          </p:cNvPr>
          <p:cNvSpPr txBox="1"/>
          <p:nvPr/>
        </p:nvSpPr>
        <p:spPr>
          <a:xfrm>
            <a:off x="610300" y="1720840"/>
            <a:ext cx="7691018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optimized file handling using file pointers for direct record access.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unnecessary sequential file traversal during search and update operations.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the speed and efficiency of report retrieval and modification.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comparative analysis between optimized file access and sequential file processing.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execution time, file access time, and overall system performance.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efficient handling of large laboratory datasets with minimal processing delay.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scalability and responsiveness of the application.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6148EC-475A-BFCC-6AF6-081686ADE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68" y="102695"/>
            <a:ext cx="1190791" cy="10860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F16367-BD08-06A4-455A-AF1CFC7B03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5" b="1960"/>
          <a:stretch>
            <a:fillRect/>
          </a:stretch>
        </p:blipFill>
        <p:spPr>
          <a:xfrm>
            <a:off x="7492564" y="102695"/>
            <a:ext cx="1140908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404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30DD0A-134D-9CFF-5249-8A716B4B0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CFD9838-F4C2-8AAD-18FC-1458721AA617}"/>
              </a:ext>
            </a:extLst>
          </p:cNvPr>
          <p:cNvSpPr txBox="1"/>
          <p:nvPr/>
        </p:nvSpPr>
        <p:spPr>
          <a:xfrm>
            <a:off x="610300" y="1720840"/>
            <a:ext cx="76910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patient records in structured data files.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specific records directly using file pointer functions.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and modify records without scanning the complete file.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sequential file processing for comparison.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execution time and memory usage for both methods.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performance statistics and comparison reports.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performance results through the web dashboard using charts and tables.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C47534-A451-346C-BF9D-1E90D7F78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68" y="102695"/>
            <a:ext cx="1190791" cy="10860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3791AE-75FC-0F3E-9611-0FC60A855A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5" b="1960"/>
          <a:stretch>
            <a:fillRect/>
          </a:stretch>
        </p:blipFill>
        <p:spPr>
          <a:xfrm>
            <a:off x="7492564" y="102695"/>
            <a:ext cx="1140908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0552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911942" y="353900"/>
            <a:ext cx="7054728" cy="6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ctr"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EXCEPTION HANDLING, FAULT TOLERANCE &amp; SECURITY</a:t>
            </a:r>
            <a:endParaRPr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701675" y="6481635"/>
            <a:ext cx="8255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F3FAD4-582C-C85B-3674-4D02D5DAC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8" y="224700"/>
            <a:ext cx="1014113" cy="10860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95A673-2F36-5793-D128-40C065B4E8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35" b="1960"/>
          <a:stretch>
            <a:fillRect/>
          </a:stretch>
        </p:blipFill>
        <p:spPr>
          <a:xfrm>
            <a:off x="7788080" y="50347"/>
            <a:ext cx="1140908" cy="10860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078B60-C2CF-2362-5F1C-A82E268FC46A}"/>
              </a:ext>
            </a:extLst>
          </p:cNvPr>
          <p:cNvSpPr txBox="1"/>
          <p:nvPr/>
        </p:nvSpPr>
        <p:spPr>
          <a:xfrm>
            <a:off x="601019" y="1587844"/>
            <a:ext cx="794196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exception handling to ensure uninterrupted system execution.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handles runtime, file access, and input validation errors.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application crashes caused by invalid operations or corrupted files.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access through user authentication and role-based login.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data integrity during report creation, modification, and retrieval.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system reliability with fault-tolerant error recovery mechanisms.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patient and laboratory information from unauthorized access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72FE5EA-0BB5-698A-E549-52FB8360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>
            <a:extLst>
              <a:ext uri="{FF2B5EF4-FFF2-40B4-BE49-F238E27FC236}">
                <a16:creationId xmlns:a16="http://schemas.microsoft.com/office/drawing/2014/main" id="{5B0654EF-C33E-5F8A-428E-BD25247571B6}"/>
              </a:ext>
            </a:extLst>
          </p:cNvPr>
          <p:cNvSpPr txBox="1"/>
          <p:nvPr/>
        </p:nvSpPr>
        <p:spPr>
          <a:xfrm>
            <a:off x="701675" y="6481635"/>
            <a:ext cx="8255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FB25D5-EBB3-CFD0-C9E6-F5AE15ADE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8" y="224700"/>
            <a:ext cx="1014113" cy="10860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8BBA04-DA2F-4C90-8EAD-48C481D04F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35" b="1960"/>
          <a:stretch>
            <a:fillRect/>
          </a:stretch>
        </p:blipFill>
        <p:spPr>
          <a:xfrm>
            <a:off x="7788080" y="50347"/>
            <a:ext cx="1140908" cy="10860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4D6AD0-86B1-7238-0F53-9ECC613CF25B}"/>
              </a:ext>
            </a:extLst>
          </p:cNvPr>
          <p:cNvSpPr txBox="1"/>
          <p:nvPr/>
        </p:nvSpPr>
        <p:spPr>
          <a:xfrm>
            <a:off x="601019" y="1587844"/>
            <a:ext cx="79419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all user inputs before processing requests.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 users before granting access to the system.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missing, corrupted, or inaccessible data files.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runtime exceptions using try-catch mechanisms.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meaningful error messages and recovery options.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system errors and user activities for monitoring.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continuous operation without affecting existing laboratory records. 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4982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7852" y="2625630"/>
            <a:ext cx="5770245" cy="615553"/>
          </a:xfrm>
        </p:spPr>
        <p:txBody>
          <a:bodyPr/>
          <a:lstStyle/>
          <a:p>
            <a:r>
              <a:rPr lang="en-IN" dirty="0"/>
              <a:t>   </a:t>
            </a:r>
            <a:endParaRPr lang="en-US" dirty="0"/>
          </a:p>
        </p:txBody>
      </p:sp>
      <p:sp>
        <p:nvSpPr>
          <p:cNvPr id="6" name="Google Shape;100;p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885" lvl="0" indent="0" algn="l" rtl="0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95885" lvl="0" indent="0" algn="l" rtl="0">
                <a:lnSpc>
                  <a:spcPct val="10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sp>
        <p:nvSpPr>
          <p:cNvPr id="5" name="Google Shape;99;p13"/>
          <p:cNvSpPr txBox="1"/>
          <p:nvPr/>
        </p:nvSpPr>
        <p:spPr>
          <a:xfrm>
            <a:off x="701675" y="6481635"/>
            <a:ext cx="8255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63011-5F59-B194-69D4-40E57C297BE4}"/>
              </a:ext>
            </a:extLst>
          </p:cNvPr>
          <p:cNvSpPr txBox="1"/>
          <p:nvPr/>
        </p:nvSpPr>
        <p:spPr>
          <a:xfrm>
            <a:off x="2710668" y="352357"/>
            <a:ext cx="5770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FUTURE SCOPE</a:t>
            </a:r>
            <a:endParaRPr lang="en-SG" sz="3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4F2905-3222-1208-89C0-5422C1262FBE}"/>
              </a:ext>
            </a:extLst>
          </p:cNvPr>
          <p:cNvSpPr txBox="1"/>
          <p:nvPr/>
        </p:nvSpPr>
        <p:spPr>
          <a:xfrm>
            <a:off x="161739" y="1256361"/>
            <a:ext cx="5270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9CD2B-10F8-8253-4A1D-52F04D35A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9" y="170359"/>
            <a:ext cx="1190791" cy="1086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1A2920-DD93-C104-12DD-35A8BD4F78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5" b="1960"/>
          <a:stretch>
            <a:fillRect/>
          </a:stretch>
        </p:blipFill>
        <p:spPr>
          <a:xfrm>
            <a:off x="7787127" y="170359"/>
            <a:ext cx="1140908" cy="1005298"/>
          </a:xfrm>
          <a:prstGeom prst="rect">
            <a:avLst/>
          </a:prstGeom>
        </p:spPr>
      </p:pic>
      <p:graphicFrame>
        <p:nvGraphicFramePr>
          <p:cNvPr id="15" name="TextBox 12">
            <a:extLst>
              <a:ext uri="{FF2B5EF4-FFF2-40B4-BE49-F238E27FC236}">
                <a16:creationId xmlns:a16="http://schemas.microsoft.com/office/drawing/2014/main" id="{8AEE01A1-79DF-D9DA-E378-1A70076B799B}"/>
              </a:ext>
            </a:extLst>
          </p:cNvPr>
          <p:cNvGraphicFramePr/>
          <p:nvPr/>
        </p:nvGraphicFramePr>
        <p:xfrm>
          <a:off x="543876" y="1499965"/>
          <a:ext cx="8193723" cy="3785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3236F21-7FF9-369E-9165-D001F90C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CE836-E780-7D8E-959C-9C803FBC3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852" y="2625630"/>
            <a:ext cx="5770245" cy="615553"/>
          </a:xfrm>
        </p:spPr>
        <p:txBody>
          <a:bodyPr/>
          <a:lstStyle/>
          <a:p>
            <a:r>
              <a:rPr lang="en-IN" dirty="0"/>
              <a:t>   </a:t>
            </a:r>
            <a:endParaRPr lang="en-US" dirty="0"/>
          </a:p>
        </p:txBody>
      </p:sp>
      <p:sp>
        <p:nvSpPr>
          <p:cNvPr id="6" name="Google Shape;100;p13">
            <a:extLst>
              <a:ext uri="{FF2B5EF4-FFF2-40B4-BE49-F238E27FC236}">
                <a16:creationId xmlns:a16="http://schemas.microsoft.com/office/drawing/2014/main" id="{B4C33BD0-1544-BCC0-387F-971EA53C66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885" lvl="0" indent="0" algn="l" rtl="0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95885" lvl="0" indent="0" algn="l" rtl="0">
                <a:lnSpc>
                  <a:spcPct val="10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sp>
        <p:nvSpPr>
          <p:cNvPr id="5" name="Google Shape;99;p13">
            <a:extLst>
              <a:ext uri="{FF2B5EF4-FFF2-40B4-BE49-F238E27FC236}">
                <a16:creationId xmlns:a16="http://schemas.microsoft.com/office/drawing/2014/main" id="{38F63C2A-9528-1497-628C-C19712C9F26B}"/>
              </a:ext>
            </a:extLst>
          </p:cNvPr>
          <p:cNvSpPr txBox="1"/>
          <p:nvPr/>
        </p:nvSpPr>
        <p:spPr>
          <a:xfrm>
            <a:off x="701675" y="6481635"/>
            <a:ext cx="8255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92A13F-FB3E-215D-3F0C-1FEACF67677B}"/>
              </a:ext>
            </a:extLst>
          </p:cNvPr>
          <p:cNvSpPr txBox="1"/>
          <p:nvPr/>
        </p:nvSpPr>
        <p:spPr>
          <a:xfrm>
            <a:off x="3373755" y="428526"/>
            <a:ext cx="5770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CONCLUSION</a:t>
            </a:r>
            <a:endParaRPr lang="en-SG" sz="3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84CD5-2DB2-1CEC-7978-40D69ECFAC19}"/>
              </a:ext>
            </a:extLst>
          </p:cNvPr>
          <p:cNvSpPr txBox="1"/>
          <p:nvPr/>
        </p:nvSpPr>
        <p:spPr>
          <a:xfrm>
            <a:off x="1335539" y="3134260"/>
            <a:ext cx="5270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B5F4AA-8F29-7C67-654C-C16552075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9" y="170359"/>
            <a:ext cx="1190791" cy="1086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979826-6422-5251-1C89-89EE87ED01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5" b="1960"/>
          <a:stretch>
            <a:fillRect/>
          </a:stretch>
        </p:blipFill>
        <p:spPr>
          <a:xfrm>
            <a:off x="7787127" y="170359"/>
            <a:ext cx="1140908" cy="10052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6C7AFE-CC4A-A0A3-A205-0D4E5DD33331}"/>
              </a:ext>
            </a:extLst>
          </p:cNvPr>
          <p:cNvSpPr txBox="1"/>
          <p:nvPr/>
        </p:nvSpPr>
        <p:spPr>
          <a:xfrm>
            <a:off x="696276" y="1652365"/>
            <a:ext cx="8193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A1659EA6-A18B-96C8-48E1-745C083FA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29" y="1514528"/>
            <a:ext cx="870373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pointer optimization enables faster and more efficient file operations.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 improves system reliability and fault tolerance.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web interface enhances accessibility and user convenience.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secure, organized, and accurate healthcare data management.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it offers a reliable and efficient alternative to conventional sequential file processing.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simplifies laboratory report and patient record management. </a:t>
            </a:r>
          </a:p>
        </p:txBody>
      </p:sp>
    </p:spTree>
    <p:extLst>
      <p:ext uri="{BB962C8B-B14F-4D97-AF65-F5344CB8AC3E}">
        <p14:creationId xmlns:p14="http://schemas.microsoft.com/office/powerpoint/2010/main" val="24025735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A15039-D12D-1EAA-0DE2-652E8AA4B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9176-6FC7-EE11-55B8-0BBF1B94F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852" y="2625630"/>
            <a:ext cx="5770245" cy="615553"/>
          </a:xfrm>
        </p:spPr>
        <p:txBody>
          <a:bodyPr/>
          <a:lstStyle/>
          <a:p>
            <a:r>
              <a:rPr lang="en-IN" dirty="0"/>
              <a:t>   </a:t>
            </a:r>
            <a:endParaRPr lang="en-US" dirty="0"/>
          </a:p>
        </p:txBody>
      </p:sp>
      <p:sp>
        <p:nvSpPr>
          <p:cNvPr id="6" name="Google Shape;100;p13">
            <a:extLst>
              <a:ext uri="{FF2B5EF4-FFF2-40B4-BE49-F238E27FC236}">
                <a16:creationId xmlns:a16="http://schemas.microsoft.com/office/drawing/2014/main" id="{22D8AE55-0CA2-66AA-F92F-EC48987ABA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885" lvl="0" indent="0" algn="l" rtl="0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95885" lvl="0" indent="0" algn="l" rtl="0">
                <a:lnSpc>
                  <a:spcPct val="10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sp>
        <p:nvSpPr>
          <p:cNvPr id="5" name="Google Shape;99;p13">
            <a:extLst>
              <a:ext uri="{FF2B5EF4-FFF2-40B4-BE49-F238E27FC236}">
                <a16:creationId xmlns:a16="http://schemas.microsoft.com/office/drawing/2014/main" id="{31371359-F4F1-5E1F-0E74-A2A7FF74AF4D}"/>
              </a:ext>
            </a:extLst>
          </p:cNvPr>
          <p:cNvSpPr txBox="1"/>
          <p:nvPr/>
        </p:nvSpPr>
        <p:spPr>
          <a:xfrm>
            <a:off x="701675" y="6481635"/>
            <a:ext cx="8255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8ED9EB-4CBC-1708-E905-2C2E3D6244F0}"/>
              </a:ext>
            </a:extLst>
          </p:cNvPr>
          <p:cNvSpPr txBox="1"/>
          <p:nvPr/>
        </p:nvSpPr>
        <p:spPr>
          <a:xfrm>
            <a:off x="3263586" y="275869"/>
            <a:ext cx="5770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SG" sz="3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8FBE7-8BBB-8D99-8A05-A6EE4F16086C}"/>
              </a:ext>
            </a:extLst>
          </p:cNvPr>
          <p:cNvSpPr txBox="1"/>
          <p:nvPr/>
        </p:nvSpPr>
        <p:spPr>
          <a:xfrm>
            <a:off x="1335539" y="3134260"/>
            <a:ext cx="5270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3DF911-8868-0D91-AD30-C46B47508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9" y="170359"/>
            <a:ext cx="1190791" cy="1086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06F149-4C7A-EBC4-8EF1-7B1C2F38DA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5" b="1960"/>
          <a:stretch>
            <a:fillRect/>
          </a:stretch>
        </p:blipFill>
        <p:spPr>
          <a:xfrm>
            <a:off x="7787127" y="170359"/>
            <a:ext cx="1140908" cy="10052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211A6E-9C7D-E88C-AFBF-F52451B3C50F}"/>
              </a:ext>
            </a:extLst>
          </p:cNvPr>
          <p:cNvSpPr txBox="1"/>
          <p:nvPr/>
        </p:nvSpPr>
        <p:spPr>
          <a:xfrm>
            <a:off x="2142067" y="1652365"/>
            <a:ext cx="5506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DE076C0-46C5-6EDD-37B3-7E2C99287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65" y="1468341"/>
            <a:ext cx="871207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Alenazi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S. M., &amp; Bugis, B. A. (2023).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role of laboratory information system in improving the delivery of laboratory services: A recent systematic review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Combinatorial Chemistry &amp; High Throughput Screening, 26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(8), 1451–1460. https://doi.org/10.2174/1386207325666220914112713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Edayan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J. M.,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Gallemit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 J.,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Sacala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N. E., Palmer, X.-L., Potter, L.,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Rarugal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J., &amp; Velasco, L. C. (2024).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technologies in laboratory information systems: A systematic review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Informatics in Medicine Unlocked, 50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101566.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https://doi.org/10.1016/j.imu.2024.101566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Edgerton, M. E., &amp; Englund, A. (2024).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of laboratory data transmission between two healthcare institutions using a widely used point-to-point health information exchange platform: A case report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JAMIA Open, 7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(2), ooae032.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https://doi.org/10.1093/jamiaopen/ooae032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Fu, Q., Lai, J., Zhong, T., et al. (2023).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and implementation of Clinical LIS360 laboratory management system based on AI technology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Journal of Computational Intelligence Systems, 16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33. https://doi.org/10.1007/s44196-023-00207-8 </a:t>
            </a:r>
          </a:p>
        </p:txBody>
      </p:sp>
    </p:spTree>
    <p:extLst>
      <p:ext uri="{BB962C8B-B14F-4D97-AF65-F5344CB8AC3E}">
        <p14:creationId xmlns:p14="http://schemas.microsoft.com/office/powerpoint/2010/main" val="30113596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/>
        </p:nvSpPr>
        <p:spPr>
          <a:xfrm>
            <a:off x="701675" y="6481635"/>
            <a:ext cx="51879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3/20/2025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-392772" y="674427"/>
            <a:ext cx="8873685" cy="309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26300" rIns="0" bIns="0" anchor="t" anchorCtr="0">
            <a:spAutoFit/>
          </a:bodyPr>
          <a:lstStyle/>
          <a:p>
            <a:pPr marL="1689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800" dirty="0">
                <a:solidFill>
                  <a:srgbClr val="FF0000"/>
                </a:solidFill>
                <a:latin typeface="Bradley Hand ITC" panose="03070402050302030203" pitchFamily="66" charset="0"/>
              </a:rPr>
              <a:t>THANK</a:t>
            </a:r>
            <a:r>
              <a:rPr lang="en-IN" sz="4800" dirty="0">
                <a:solidFill>
                  <a:srgbClr val="FF0000"/>
                </a:solidFill>
                <a:latin typeface="Bradley Hand ITC" panose="03070402050302030203" pitchFamily="66" charset="0"/>
              </a:rPr>
              <a:t> </a:t>
            </a:r>
            <a:r>
              <a:rPr lang="en-IN" sz="8800" dirty="0">
                <a:solidFill>
                  <a:srgbClr val="FF0000"/>
                </a:solidFill>
                <a:latin typeface="Bradley Hand ITC" panose="03070402050302030203" pitchFamily="66" charset="0"/>
              </a:rPr>
              <a:t>YOU</a:t>
            </a:r>
            <a:endParaRPr sz="4800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145" name="Google Shape;145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38100" lvl="0" indent="0" algn="l" rtl="0">
                <a:lnSpc>
                  <a:spcPct val="10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966</TotalTime>
  <Words>1072</Words>
  <Application>Microsoft Office PowerPoint</Application>
  <PresentationFormat>On-screen Show (4:3)</PresentationFormat>
  <Paragraphs>123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Arial Black</vt:lpstr>
      <vt:lpstr>Bradley Hand ITC</vt:lpstr>
      <vt:lpstr>Calibri</vt:lpstr>
      <vt:lpstr>Times New Roman</vt:lpstr>
      <vt:lpstr>Tw Cen MT</vt:lpstr>
      <vt:lpstr>Tw Cen MT Condensed</vt:lpstr>
      <vt:lpstr>Wingdings</vt:lpstr>
      <vt:lpstr>Wingdings 3</vt:lpstr>
      <vt:lpstr>Integral</vt:lpstr>
      <vt:lpstr>       Healthcare Laboratory Report Management Using File Pointer Optimization and Exception Handling Compared with Sequential File Processing for Enhanced Fault Tolerance</vt:lpstr>
      <vt:lpstr>INTRODUCTION</vt:lpstr>
      <vt:lpstr>PROBLEM STATEMENT</vt:lpstr>
      <vt:lpstr>OBJECTIVE</vt:lpstr>
      <vt:lpstr>PowerPoint Presentation</vt:lpstr>
      <vt:lpstr>MODULE 1 – Advanced Laboratory Report &amp; Patient Management</vt:lpstr>
      <vt:lpstr>PowerPoint Presentation</vt:lpstr>
      <vt:lpstr>PowerPoint Presentation</vt:lpstr>
      <vt:lpstr>PowerPoint Presentation</vt:lpstr>
      <vt:lpstr>MODULE 3 – EXCEPTION HANDLING, FAULT TOLERANCE &amp; SECURITY</vt:lpstr>
      <vt:lpstr>PowerPoint Presentation</vt:lpstr>
      <vt:lpstr>   </vt:lpstr>
      <vt:lpstr>   </vt:lpstr>
      <vt:lpstr> 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THEORY IN SOCIAL MEDIA</dc:title>
  <dc:creator>Krishna Gupta</dc:creator>
  <cp:lastModifiedBy>Nivetha S</cp:lastModifiedBy>
  <cp:revision>32</cp:revision>
  <dcterms:modified xsi:type="dcterms:W3CDTF">2026-07-29T15:30:12Z</dcterms:modified>
</cp:coreProperties>
</file>